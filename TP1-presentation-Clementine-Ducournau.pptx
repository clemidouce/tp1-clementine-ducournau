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57" r:id="rId4"/>
    <p:sldId id="258" r:id="rId5"/>
    <p:sldId id="260" r:id="rId6"/>
    <p:sldId id="262" r:id="rId7"/>
    <p:sldId id="264" r:id="rId8"/>
    <p:sldId id="265" r:id="rId9"/>
    <p:sldId id="271" r:id="rId10"/>
    <p:sldId id="270" r:id="rId11"/>
    <p:sldId id="272" r:id="rId12"/>
    <p:sldId id="273" r:id="rId13"/>
    <p:sldId id="267" r:id="rId14"/>
    <p:sldId id="268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40E885-C9A2-E75A-80E7-2BF3A964F9D4}" v="600" dt="2023-05-05T12:51:51.581"/>
    <p1510:client id="{FD108722-1EBC-49DC-9124-4F3BAA11226A}" v="387" dt="2023-05-04T15:24:47.0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ementine DUCOURNAU" userId="S::cducournau@diginamic-formation.fr::2cef4c7a-fa0a-4965-8e75-6db17b4e93b1" providerId="AD" clId="Web-{FD108722-1EBC-49DC-9124-4F3BAA11226A}"/>
    <pc:docChg chg="addSld modSld modMainMaster">
      <pc:chgData name="Clementine DUCOURNAU" userId="S::cducournau@diginamic-formation.fr::2cef4c7a-fa0a-4965-8e75-6db17b4e93b1" providerId="AD" clId="Web-{FD108722-1EBC-49DC-9124-4F3BAA11226A}" dt="2023-05-04T15:24:47.057" v="340" actId="20577"/>
      <pc:docMkLst>
        <pc:docMk/>
      </pc:docMkLst>
      <pc:sldChg chg="addSp delSp modSp">
        <pc:chgData name="Clementine DUCOURNAU" userId="S::cducournau@diginamic-formation.fr::2cef4c7a-fa0a-4965-8e75-6db17b4e93b1" providerId="AD" clId="Web-{FD108722-1EBC-49DC-9124-4F3BAA11226A}" dt="2023-05-04T08:40:32.690" v="93" actId="20577"/>
        <pc:sldMkLst>
          <pc:docMk/>
          <pc:sldMk cId="3784089036" sldId="256"/>
        </pc:sldMkLst>
        <pc:spChg chg="mod">
          <ac:chgData name="Clementine DUCOURNAU" userId="S::cducournau@diginamic-formation.fr::2cef4c7a-fa0a-4965-8e75-6db17b4e93b1" providerId="AD" clId="Web-{FD108722-1EBC-49DC-9124-4F3BAA11226A}" dt="2023-05-04T08:38:30.593" v="3" actId="20577"/>
          <ac:spMkLst>
            <pc:docMk/>
            <pc:sldMk cId="3784089036" sldId="256"/>
            <ac:spMk id="2" creationId="{00000000-0000-0000-0000-000000000000}"/>
          </ac:spMkLst>
        </pc:spChg>
        <pc:spChg chg="mod">
          <ac:chgData name="Clementine DUCOURNAU" userId="S::cducournau@diginamic-formation.fr::2cef4c7a-fa0a-4965-8e75-6db17b4e93b1" providerId="AD" clId="Web-{FD108722-1EBC-49DC-9124-4F3BAA11226A}" dt="2023-05-04T08:38:34.827" v="6" actId="20577"/>
          <ac:spMkLst>
            <pc:docMk/>
            <pc:sldMk cId="3784089036" sldId="256"/>
            <ac:spMk id="3" creationId="{00000000-0000-0000-0000-000000000000}"/>
          </ac:spMkLst>
        </pc:spChg>
        <pc:spChg chg="add del mod">
          <ac:chgData name="Clementine DUCOURNAU" userId="S::cducournau@diginamic-formation.fr::2cef4c7a-fa0a-4965-8e75-6db17b4e93b1" providerId="AD" clId="Web-{FD108722-1EBC-49DC-9124-4F3BAA11226A}" dt="2023-05-04T08:39:35.673" v="10"/>
          <ac:spMkLst>
            <pc:docMk/>
            <pc:sldMk cId="3784089036" sldId="256"/>
            <ac:spMk id="4" creationId="{CBA25FC0-FFEE-76C6-52BF-EF89652B537D}"/>
          </ac:spMkLst>
        </pc:spChg>
        <pc:spChg chg="add mod">
          <ac:chgData name="Clementine DUCOURNAU" userId="S::cducournau@diginamic-formation.fr::2cef4c7a-fa0a-4965-8e75-6db17b4e93b1" providerId="AD" clId="Web-{FD108722-1EBC-49DC-9124-4F3BAA11226A}" dt="2023-05-04T08:40:32.690" v="93" actId="20577"/>
          <ac:spMkLst>
            <pc:docMk/>
            <pc:sldMk cId="3784089036" sldId="256"/>
            <ac:spMk id="5" creationId="{88962316-1470-E4AA-D967-7620D145D699}"/>
          </ac:spMkLst>
        </pc:spChg>
        <pc:spChg chg="add mod">
          <ac:chgData name="Clementine DUCOURNAU" userId="S::cducournau@diginamic-formation.fr::2cef4c7a-fa0a-4965-8e75-6db17b4e93b1" providerId="AD" clId="Web-{FD108722-1EBC-49DC-9124-4F3BAA11226A}" dt="2023-05-04T08:39:44.408" v="21"/>
          <ac:spMkLst>
            <pc:docMk/>
            <pc:sldMk cId="3784089036" sldId="256"/>
            <ac:spMk id="6" creationId="{3B57414C-406A-F698-CD6D-7786468C32FE}"/>
          </ac:spMkLst>
        </pc:spChg>
      </pc:sldChg>
      <pc:sldChg chg="addSp modSp new">
        <pc:chgData name="Clementine DUCOURNAU" userId="S::cducournau@diginamic-formation.fr::2cef4c7a-fa0a-4965-8e75-6db17b4e93b1" providerId="AD" clId="Web-{FD108722-1EBC-49DC-9124-4F3BAA11226A}" dt="2023-05-04T14:04:34.525" v="258" actId="20577"/>
        <pc:sldMkLst>
          <pc:docMk/>
          <pc:sldMk cId="2474659969" sldId="257"/>
        </pc:sldMkLst>
        <pc:spChg chg="mod">
          <ac:chgData name="Clementine DUCOURNAU" userId="S::cducournau@diginamic-formation.fr::2cef4c7a-fa0a-4965-8e75-6db17b4e93b1" providerId="AD" clId="Web-{FD108722-1EBC-49DC-9124-4F3BAA11226A}" dt="2023-05-04T14:03:57.789" v="237" actId="20577"/>
          <ac:spMkLst>
            <pc:docMk/>
            <pc:sldMk cId="2474659969" sldId="257"/>
            <ac:spMk id="2" creationId="{2746FEB1-C0DA-1378-B962-553E3D3D828D}"/>
          </ac:spMkLst>
        </pc:spChg>
        <pc:spChg chg="mod">
          <ac:chgData name="Clementine DUCOURNAU" userId="S::cducournau@diginamic-formation.fr::2cef4c7a-fa0a-4965-8e75-6db17b4e93b1" providerId="AD" clId="Web-{FD108722-1EBC-49DC-9124-4F3BAA11226A}" dt="2023-05-04T14:04:34.525" v="258" actId="20577"/>
          <ac:spMkLst>
            <pc:docMk/>
            <pc:sldMk cId="2474659969" sldId="257"/>
            <ac:spMk id="3" creationId="{B0E51873-9F30-304E-63FE-CC2F382AFC99}"/>
          </ac:spMkLst>
        </pc:spChg>
        <pc:spChg chg="add mod">
          <ac:chgData name="Clementine DUCOURNAU" userId="S::cducournau@diginamic-formation.fr::2cef4c7a-fa0a-4965-8e75-6db17b4e93b1" providerId="AD" clId="Web-{FD108722-1EBC-49DC-9124-4F3BAA11226A}" dt="2023-05-04T10:22:08.770" v="96"/>
          <ac:spMkLst>
            <pc:docMk/>
            <pc:sldMk cId="2474659969" sldId="257"/>
            <ac:spMk id="4" creationId="{B7B02953-A05C-9F4C-4A92-9BE4F7DE2908}"/>
          </ac:spMkLst>
        </pc:spChg>
        <pc:spChg chg="add mod">
          <ac:chgData name="Clementine DUCOURNAU" userId="S::cducournau@diginamic-formation.fr::2cef4c7a-fa0a-4965-8e75-6db17b4e93b1" providerId="AD" clId="Web-{FD108722-1EBC-49DC-9124-4F3BAA11226A}" dt="2023-05-04T08:40:24.440" v="92"/>
          <ac:spMkLst>
            <pc:docMk/>
            <pc:sldMk cId="2474659969" sldId="257"/>
            <ac:spMk id="5" creationId="{70F271AD-000B-A60A-B423-AC9C87AC3954}"/>
          </ac:spMkLst>
        </pc:spChg>
      </pc:sldChg>
      <pc:sldChg chg="addSp delSp modSp new">
        <pc:chgData name="Clementine DUCOURNAU" userId="S::cducournau@diginamic-formation.fr::2cef4c7a-fa0a-4965-8e75-6db17b4e93b1" providerId="AD" clId="Web-{FD108722-1EBC-49DC-9124-4F3BAA11226A}" dt="2023-05-04T14:06:37.919" v="302" actId="20577"/>
        <pc:sldMkLst>
          <pc:docMk/>
          <pc:sldMk cId="2712305924" sldId="258"/>
        </pc:sldMkLst>
        <pc:spChg chg="mod">
          <ac:chgData name="Clementine DUCOURNAU" userId="S::cducournau@diginamic-formation.fr::2cef4c7a-fa0a-4965-8e75-6db17b4e93b1" providerId="AD" clId="Web-{FD108722-1EBC-49DC-9124-4F3BAA11226A}" dt="2023-05-04T13:51:41.485" v="168" actId="20577"/>
          <ac:spMkLst>
            <pc:docMk/>
            <pc:sldMk cId="2712305924" sldId="258"/>
            <ac:spMk id="2" creationId="{E4F3F2BF-3967-3549-B22E-ED99F507E9BB}"/>
          </ac:spMkLst>
        </pc:spChg>
        <pc:spChg chg="del">
          <ac:chgData name="Clementine DUCOURNAU" userId="S::cducournau@diginamic-formation.fr::2cef4c7a-fa0a-4965-8e75-6db17b4e93b1" providerId="AD" clId="Web-{FD108722-1EBC-49DC-9124-4F3BAA11226A}" dt="2023-05-04T13:58:23.966" v="196"/>
          <ac:spMkLst>
            <pc:docMk/>
            <pc:sldMk cId="2712305924" sldId="258"/>
            <ac:spMk id="3" creationId="{33A6484A-EB3C-B367-8AD1-860108CDF624}"/>
          </ac:spMkLst>
        </pc:spChg>
        <pc:spChg chg="add mod">
          <ac:chgData name="Clementine DUCOURNAU" userId="S::cducournau@diginamic-formation.fr::2cef4c7a-fa0a-4965-8e75-6db17b4e93b1" providerId="AD" clId="Web-{FD108722-1EBC-49DC-9124-4F3BAA11226A}" dt="2023-05-04T14:06:37.919" v="302" actId="20577"/>
          <ac:spMkLst>
            <pc:docMk/>
            <pc:sldMk cId="2712305924" sldId="258"/>
            <ac:spMk id="7" creationId="{190EC05F-9CC1-0F5C-4A49-9D60A108317A}"/>
          </ac:spMkLst>
        </pc:spChg>
        <pc:picChg chg="add mod ord">
          <ac:chgData name="Clementine DUCOURNAU" userId="S::cducournau@diginamic-formation.fr::2cef4c7a-fa0a-4965-8e75-6db17b4e93b1" providerId="AD" clId="Web-{FD108722-1EBC-49DC-9124-4F3BAA11226A}" dt="2023-05-04T14:04:44.275" v="259" actId="1076"/>
          <ac:picMkLst>
            <pc:docMk/>
            <pc:sldMk cId="2712305924" sldId="258"/>
            <ac:picMk id="6" creationId="{724D8819-5256-933C-4213-80DAFCA40088}"/>
          </ac:picMkLst>
        </pc:picChg>
      </pc:sldChg>
      <pc:sldChg chg="addSp delSp modSp new mod setBg">
        <pc:chgData name="Clementine DUCOURNAU" userId="S::cducournau@diginamic-formation.fr::2cef4c7a-fa0a-4965-8e75-6db17b4e93b1" providerId="AD" clId="Web-{FD108722-1EBC-49DC-9124-4F3BAA11226A}" dt="2023-05-04T13:55:19.429" v="195" actId="1076"/>
        <pc:sldMkLst>
          <pc:docMk/>
          <pc:sldMk cId="2240481813" sldId="259"/>
        </pc:sldMkLst>
        <pc:spChg chg="mod">
          <ac:chgData name="Clementine DUCOURNAU" userId="S::cducournau@diginamic-formation.fr::2cef4c7a-fa0a-4965-8e75-6db17b4e93b1" providerId="AD" clId="Web-{FD108722-1EBC-49DC-9124-4F3BAA11226A}" dt="2023-05-04T13:55:09.929" v="193"/>
          <ac:spMkLst>
            <pc:docMk/>
            <pc:sldMk cId="2240481813" sldId="259"/>
            <ac:spMk id="2" creationId="{B3AC1874-99A5-BA4A-C383-F3683A40EA45}"/>
          </ac:spMkLst>
        </pc:spChg>
        <pc:spChg chg="del">
          <ac:chgData name="Clementine DUCOURNAU" userId="S::cducournau@diginamic-formation.fr::2cef4c7a-fa0a-4965-8e75-6db17b4e93b1" providerId="AD" clId="Web-{FD108722-1EBC-49DC-9124-4F3BAA11226A}" dt="2023-05-04T13:54:27.725" v="186"/>
          <ac:spMkLst>
            <pc:docMk/>
            <pc:sldMk cId="2240481813" sldId="259"/>
            <ac:spMk id="3" creationId="{2AF99E6B-AAB3-49DA-DFB5-1737F9C8B305}"/>
          </ac:spMkLst>
        </pc:spChg>
        <pc:spChg chg="mod">
          <ac:chgData name="Clementine DUCOURNAU" userId="S::cducournau@diginamic-formation.fr::2cef4c7a-fa0a-4965-8e75-6db17b4e93b1" providerId="AD" clId="Web-{FD108722-1EBC-49DC-9124-4F3BAA11226A}" dt="2023-05-04T13:55:09.929" v="193"/>
          <ac:spMkLst>
            <pc:docMk/>
            <pc:sldMk cId="2240481813" sldId="259"/>
            <ac:spMk id="4" creationId="{B7BB9779-1DC2-FC5B-EF6D-41A4B2D6D85A}"/>
          </ac:spMkLst>
        </pc:spChg>
        <pc:spChg chg="mod">
          <ac:chgData name="Clementine DUCOURNAU" userId="S::cducournau@diginamic-formation.fr::2cef4c7a-fa0a-4965-8e75-6db17b4e93b1" providerId="AD" clId="Web-{FD108722-1EBC-49DC-9124-4F3BAA11226A}" dt="2023-05-04T13:55:09.929" v="193"/>
          <ac:spMkLst>
            <pc:docMk/>
            <pc:sldMk cId="2240481813" sldId="259"/>
            <ac:spMk id="5" creationId="{C33FE0C5-893F-BAA5-4C55-FAAAD8726EE4}"/>
          </ac:spMkLst>
        </pc:spChg>
        <pc:spChg chg="add del">
          <ac:chgData name="Clementine DUCOURNAU" userId="S::cducournau@diginamic-formation.fr::2cef4c7a-fa0a-4965-8e75-6db17b4e93b1" providerId="AD" clId="Web-{FD108722-1EBC-49DC-9124-4F3BAA11226A}" dt="2023-05-04T13:55:01.804" v="190"/>
          <ac:spMkLst>
            <pc:docMk/>
            <pc:sldMk cId="2240481813" sldId="259"/>
            <ac:spMk id="10" creationId="{FD829A6E-D5CE-6100-B520-CB774C0F75D2}"/>
          </ac:spMkLst>
        </pc:spChg>
        <pc:spChg chg="add del">
          <ac:chgData name="Clementine DUCOURNAU" userId="S::cducournau@diginamic-formation.fr::2cef4c7a-fa0a-4965-8e75-6db17b4e93b1" providerId="AD" clId="Web-{FD108722-1EBC-49DC-9124-4F3BAA11226A}" dt="2023-05-04T13:54:56.226" v="188"/>
          <ac:spMkLst>
            <pc:docMk/>
            <pc:sldMk cId="2240481813" sldId="259"/>
            <ac:spMk id="11" creationId="{A4AC5506-6312-4701-8D3C-40187889A947}"/>
          </ac:spMkLst>
        </pc:spChg>
        <pc:spChg chg="add del">
          <ac:chgData name="Clementine DUCOURNAU" userId="S::cducournau@diginamic-formation.fr::2cef4c7a-fa0a-4965-8e75-6db17b4e93b1" providerId="AD" clId="Web-{FD108722-1EBC-49DC-9124-4F3BAA11226A}" dt="2023-05-04T13:55:01.804" v="190"/>
          <ac:spMkLst>
            <pc:docMk/>
            <pc:sldMk cId="2240481813" sldId="259"/>
            <ac:spMk id="13" creationId="{92468898-5A6E-4D55-85EC-308E785EE06C}"/>
          </ac:spMkLst>
        </pc:spChg>
        <pc:spChg chg="add del">
          <ac:chgData name="Clementine DUCOURNAU" userId="S::cducournau@diginamic-formation.fr::2cef4c7a-fa0a-4965-8e75-6db17b4e93b1" providerId="AD" clId="Web-{FD108722-1EBC-49DC-9124-4F3BAA11226A}" dt="2023-05-04T13:55:01.804" v="190"/>
          <ac:spMkLst>
            <pc:docMk/>
            <pc:sldMk cId="2240481813" sldId="259"/>
            <ac:spMk id="15" creationId="{3E23A947-2D45-4208-AE2B-64948C87A3EB}"/>
          </ac:spMkLst>
        </pc:spChg>
        <pc:spChg chg="add del">
          <ac:chgData name="Clementine DUCOURNAU" userId="S::cducournau@diginamic-formation.fr::2cef4c7a-fa0a-4965-8e75-6db17b4e93b1" providerId="AD" clId="Web-{FD108722-1EBC-49DC-9124-4F3BAA11226A}" dt="2023-05-04T13:55:01.804" v="190"/>
          <ac:spMkLst>
            <pc:docMk/>
            <pc:sldMk cId="2240481813" sldId="259"/>
            <ac:spMk id="17" creationId="{E5BBB0F9-6A59-4D02-A9C7-A2D6516684CE}"/>
          </ac:spMkLst>
        </pc:spChg>
        <pc:spChg chg="add del">
          <ac:chgData name="Clementine DUCOURNAU" userId="S::cducournau@diginamic-formation.fr::2cef4c7a-fa0a-4965-8e75-6db17b4e93b1" providerId="AD" clId="Web-{FD108722-1EBC-49DC-9124-4F3BAA11226A}" dt="2023-05-04T13:55:09.913" v="192"/>
          <ac:spMkLst>
            <pc:docMk/>
            <pc:sldMk cId="2240481813" sldId="259"/>
            <ac:spMk id="19" creationId="{768EB4DD-3704-43AD-92B3-C4E0C6EA92CB}"/>
          </ac:spMkLst>
        </pc:spChg>
        <pc:spChg chg="add del">
          <ac:chgData name="Clementine DUCOURNAU" userId="S::cducournau@diginamic-formation.fr::2cef4c7a-fa0a-4965-8e75-6db17b4e93b1" providerId="AD" clId="Web-{FD108722-1EBC-49DC-9124-4F3BAA11226A}" dt="2023-05-04T13:55:09.913" v="192"/>
          <ac:spMkLst>
            <pc:docMk/>
            <pc:sldMk cId="2240481813" sldId="259"/>
            <ac:spMk id="20" creationId="{84ECDE7A-6944-466D-8FFE-149A29BA6BAE}"/>
          </ac:spMkLst>
        </pc:spChg>
        <pc:spChg chg="add del">
          <ac:chgData name="Clementine DUCOURNAU" userId="S::cducournau@diginamic-formation.fr::2cef4c7a-fa0a-4965-8e75-6db17b4e93b1" providerId="AD" clId="Web-{FD108722-1EBC-49DC-9124-4F3BAA11226A}" dt="2023-05-04T13:55:09.913" v="192"/>
          <ac:spMkLst>
            <pc:docMk/>
            <pc:sldMk cId="2240481813" sldId="259"/>
            <ac:spMk id="21" creationId="{B3420082-9415-44EC-802E-C77D71D59C57}"/>
          </ac:spMkLst>
        </pc:spChg>
        <pc:spChg chg="add del">
          <ac:chgData name="Clementine DUCOURNAU" userId="S::cducournau@diginamic-formation.fr::2cef4c7a-fa0a-4965-8e75-6db17b4e93b1" providerId="AD" clId="Web-{FD108722-1EBC-49DC-9124-4F3BAA11226A}" dt="2023-05-04T13:55:09.913" v="192"/>
          <ac:spMkLst>
            <pc:docMk/>
            <pc:sldMk cId="2240481813" sldId="259"/>
            <ac:spMk id="22" creationId="{55A52C45-1FCB-4636-A80F-2849B8226C01}"/>
          </ac:spMkLst>
        </pc:spChg>
        <pc:spChg chg="add del">
          <ac:chgData name="Clementine DUCOURNAU" userId="S::cducournau@diginamic-formation.fr::2cef4c7a-fa0a-4965-8e75-6db17b4e93b1" providerId="AD" clId="Web-{FD108722-1EBC-49DC-9124-4F3BAA11226A}" dt="2023-05-04T13:55:09.913" v="192"/>
          <ac:spMkLst>
            <pc:docMk/>
            <pc:sldMk cId="2240481813" sldId="259"/>
            <ac:spMk id="23" creationId="{69579DCE-2C29-2578-1B89-FE3C9F1AC2C8}"/>
          </ac:spMkLst>
        </pc:spChg>
        <pc:spChg chg="add">
          <ac:chgData name="Clementine DUCOURNAU" userId="S::cducournau@diginamic-formation.fr::2cef4c7a-fa0a-4965-8e75-6db17b4e93b1" providerId="AD" clId="Web-{FD108722-1EBC-49DC-9124-4F3BAA11226A}" dt="2023-05-04T13:55:09.929" v="193"/>
          <ac:spMkLst>
            <pc:docMk/>
            <pc:sldMk cId="2240481813" sldId="259"/>
            <ac:spMk id="25" creationId="{1A95671B-3CC6-4792-9114-B74FAEA224E6}"/>
          </ac:spMkLst>
        </pc:spChg>
        <pc:spChg chg="add del">
          <ac:chgData name="Clementine DUCOURNAU" userId="S::cducournau@diginamic-formation.fr::2cef4c7a-fa0a-4965-8e75-6db17b4e93b1" providerId="AD" clId="Web-{FD108722-1EBC-49DC-9124-4F3BAA11226A}" dt="2023-05-04T13:55:17.336" v="194"/>
          <ac:spMkLst>
            <pc:docMk/>
            <pc:sldMk cId="2240481813" sldId="259"/>
            <ac:spMk id="26" creationId="{AEE90E1E-FA61-40F5-7DD5-5E5D13F96DBF}"/>
          </ac:spMkLst>
        </pc:spChg>
        <pc:picChg chg="add mod ord">
          <ac:chgData name="Clementine DUCOURNAU" userId="S::cducournau@diginamic-formation.fr::2cef4c7a-fa0a-4965-8e75-6db17b4e93b1" providerId="AD" clId="Web-{FD108722-1EBC-49DC-9124-4F3BAA11226A}" dt="2023-05-04T13:55:19.429" v="195" actId="1076"/>
          <ac:picMkLst>
            <pc:docMk/>
            <pc:sldMk cId="2240481813" sldId="259"/>
            <ac:picMk id="6" creationId="{1983ACC4-6586-8560-03B2-BE6CB92147D9}"/>
          </ac:picMkLst>
        </pc:picChg>
      </pc:sldChg>
      <pc:sldChg chg="addSp delSp modSp new">
        <pc:chgData name="Clementine DUCOURNAU" userId="S::cducournau@diginamic-formation.fr::2cef4c7a-fa0a-4965-8e75-6db17b4e93b1" providerId="AD" clId="Web-{FD108722-1EBC-49DC-9124-4F3BAA11226A}" dt="2023-05-04T14:02:04.645" v="216"/>
        <pc:sldMkLst>
          <pc:docMk/>
          <pc:sldMk cId="2826329702" sldId="260"/>
        </pc:sldMkLst>
        <pc:spChg chg="mod">
          <ac:chgData name="Clementine DUCOURNAU" userId="S::cducournau@diginamic-formation.fr::2cef4c7a-fa0a-4965-8e75-6db17b4e93b1" providerId="AD" clId="Web-{FD108722-1EBC-49DC-9124-4F3BAA11226A}" dt="2023-05-04T14:02:04.317" v="215" actId="20577"/>
          <ac:spMkLst>
            <pc:docMk/>
            <pc:sldMk cId="2826329702" sldId="260"/>
            <ac:spMk id="2" creationId="{B05E7E96-0DC5-FBA7-BC42-C29F713DFC21}"/>
          </ac:spMkLst>
        </pc:spChg>
        <pc:spChg chg="del">
          <ac:chgData name="Clementine DUCOURNAU" userId="S::cducournau@diginamic-formation.fr::2cef4c7a-fa0a-4965-8e75-6db17b4e93b1" providerId="AD" clId="Web-{FD108722-1EBC-49DC-9124-4F3BAA11226A}" dt="2023-05-04T14:02:04.645" v="216"/>
          <ac:spMkLst>
            <pc:docMk/>
            <pc:sldMk cId="2826329702" sldId="260"/>
            <ac:spMk id="3" creationId="{8F2F29B3-FE70-E4B4-FEAB-FF015815C615}"/>
          </ac:spMkLst>
        </pc:spChg>
        <pc:picChg chg="add mod ord">
          <ac:chgData name="Clementine DUCOURNAU" userId="S::cducournau@diginamic-formation.fr::2cef4c7a-fa0a-4965-8e75-6db17b4e93b1" providerId="AD" clId="Web-{FD108722-1EBC-49DC-9124-4F3BAA11226A}" dt="2023-05-04T14:02:04.645" v="216"/>
          <ac:picMkLst>
            <pc:docMk/>
            <pc:sldMk cId="2826329702" sldId="260"/>
            <ac:picMk id="6" creationId="{DEC675B4-4771-EBB9-1BFB-8A7B5B00A8FC}"/>
          </ac:picMkLst>
        </pc:picChg>
      </pc:sldChg>
      <pc:sldChg chg="addSp delSp modSp new">
        <pc:chgData name="Clementine DUCOURNAU" userId="S::cducournau@diginamic-formation.fr::2cef4c7a-fa0a-4965-8e75-6db17b4e93b1" providerId="AD" clId="Web-{FD108722-1EBC-49DC-9124-4F3BAA11226A}" dt="2023-05-04T14:02:39.506" v="225"/>
        <pc:sldMkLst>
          <pc:docMk/>
          <pc:sldMk cId="1516101708" sldId="261"/>
        </pc:sldMkLst>
        <pc:spChg chg="del">
          <ac:chgData name="Clementine DUCOURNAU" userId="S::cducournau@diginamic-formation.fr::2cef4c7a-fa0a-4965-8e75-6db17b4e93b1" providerId="AD" clId="Web-{FD108722-1EBC-49DC-9124-4F3BAA11226A}" dt="2023-05-04T14:02:39.506" v="225"/>
          <ac:spMkLst>
            <pc:docMk/>
            <pc:sldMk cId="1516101708" sldId="261"/>
            <ac:spMk id="3" creationId="{86527D15-5A46-67A1-3BC7-9D2F9E1C540D}"/>
          </ac:spMkLst>
        </pc:spChg>
        <pc:picChg chg="add mod ord">
          <ac:chgData name="Clementine DUCOURNAU" userId="S::cducournau@diginamic-formation.fr::2cef4c7a-fa0a-4965-8e75-6db17b4e93b1" providerId="AD" clId="Web-{FD108722-1EBC-49DC-9124-4F3BAA11226A}" dt="2023-05-04T14:02:39.506" v="225"/>
          <ac:picMkLst>
            <pc:docMk/>
            <pc:sldMk cId="1516101708" sldId="261"/>
            <ac:picMk id="6" creationId="{83720534-C30C-E2BC-F0CF-696F31B93AE1}"/>
          </ac:picMkLst>
        </pc:picChg>
      </pc:sldChg>
      <pc:sldChg chg="addSp delSp modSp new">
        <pc:chgData name="Clementine DUCOURNAU" userId="S::cducournau@diginamic-formation.fr::2cef4c7a-fa0a-4965-8e75-6db17b4e93b1" providerId="AD" clId="Web-{FD108722-1EBC-49DC-9124-4F3BAA11226A}" dt="2023-05-04T14:02:43.787" v="226"/>
        <pc:sldMkLst>
          <pc:docMk/>
          <pc:sldMk cId="2528991447" sldId="262"/>
        </pc:sldMkLst>
        <pc:spChg chg="del">
          <ac:chgData name="Clementine DUCOURNAU" userId="S::cducournau@diginamic-formation.fr::2cef4c7a-fa0a-4965-8e75-6db17b4e93b1" providerId="AD" clId="Web-{FD108722-1EBC-49DC-9124-4F3BAA11226A}" dt="2023-05-04T14:02:43.787" v="226"/>
          <ac:spMkLst>
            <pc:docMk/>
            <pc:sldMk cId="2528991447" sldId="262"/>
            <ac:spMk id="3" creationId="{4E7E0708-7976-C9D9-6576-E075D6562EF7}"/>
          </ac:spMkLst>
        </pc:spChg>
        <pc:picChg chg="add mod ord">
          <ac:chgData name="Clementine DUCOURNAU" userId="S::cducournau@diginamic-formation.fr::2cef4c7a-fa0a-4965-8e75-6db17b4e93b1" providerId="AD" clId="Web-{FD108722-1EBC-49DC-9124-4F3BAA11226A}" dt="2023-05-04T14:02:43.787" v="226"/>
          <ac:picMkLst>
            <pc:docMk/>
            <pc:sldMk cId="2528991447" sldId="262"/>
            <ac:picMk id="6" creationId="{7D913B77-2A9C-30BB-AA6F-6E1406C8ECF3}"/>
          </ac:picMkLst>
        </pc:picChg>
      </pc:sldChg>
      <pc:sldChg chg="addSp delSp modSp new">
        <pc:chgData name="Clementine DUCOURNAU" userId="S::cducournau@diginamic-formation.fr::2cef4c7a-fa0a-4965-8e75-6db17b4e93b1" providerId="AD" clId="Web-{FD108722-1EBC-49DC-9124-4F3BAA11226A}" dt="2023-05-04T14:02:48.068" v="227"/>
        <pc:sldMkLst>
          <pc:docMk/>
          <pc:sldMk cId="2224905210" sldId="263"/>
        </pc:sldMkLst>
        <pc:spChg chg="del">
          <ac:chgData name="Clementine DUCOURNAU" userId="S::cducournau@diginamic-formation.fr::2cef4c7a-fa0a-4965-8e75-6db17b4e93b1" providerId="AD" clId="Web-{FD108722-1EBC-49DC-9124-4F3BAA11226A}" dt="2023-05-04T14:02:48.068" v="227"/>
          <ac:spMkLst>
            <pc:docMk/>
            <pc:sldMk cId="2224905210" sldId="263"/>
            <ac:spMk id="3" creationId="{0971F53F-70D4-8308-CCCF-7504EBEA6862}"/>
          </ac:spMkLst>
        </pc:spChg>
        <pc:picChg chg="add mod ord">
          <ac:chgData name="Clementine DUCOURNAU" userId="S::cducournau@diginamic-formation.fr::2cef4c7a-fa0a-4965-8e75-6db17b4e93b1" providerId="AD" clId="Web-{FD108722-1EBC-49DC-9124-4F3BAA11226A}" dt="2023-05-04T14:02:48.068" v="227"/>
          <ac:picMkLst>
            <pc:docMk/>
            <pc:sldMk cId="2224905210" sldId="263"/>
            <ac:picMk id="6" creationId="{45DFD88B-E2EE-6270-D309-451DE3F93072}"/>
          </ac:picMkLst>
        </pc:picChg>
      </pc:sldChg>
      <pc:sldChg chg="addSp delSp modSp new">
        <pc:chgData name="Clementine DUCOURNAU" userId="S::cducournau@diginamic-formation.fr::2cef4c7a-fa0a-4965-8e75-6db17b4e93b1" providerId="AD" clId="Web-{FD108722-1EBC-49DC-9124-4F3BAA11226A}" dt="2023-05-04T14:02:49.334" v="228"/>
        <pc:sldMkLst>
          <pc:docMk/>
          <pc:sldMk cId="3927572533" sldId="264"/>
        </pc:sldMkLst>
        <pc:spChg chg="del">
          <ac:chgData name="Clementine DUCOURNAU" userId="S::cducournau@diginamic-formation.fr::2cef4c7a-fa0a-4965-8e75-6db17b4e93b1" providerId="AD" clId="Web-{FD108722-1EBC-49DC-9124-4F3BAA11226A}" dt="2023-05-04T14:02:49.334" v="228"/>
          <ac:spMkLst>
            <pc:docMk/>
            <pc:sldMk cId="3927572533" sldId="264"/>
            <ac:spMk id="3" creationId="{C0BF3009-6270-9CB2-F803-16A2415A159D}"/>
          </ac:spMkLst>
        </pc:spChg>
        <pc:picChg chg="add mod ord">
          <ac:chgData name="Clementine DUCOURNAU" userId="S::cducournau@diginamic-formation.fr::2cef4c7a-fa0a-4965-8e75-6db17b4e93b1" providerId="AD" clId="Web-{FD108722-1EBC-49DC-9124-4F3BAA11226A}" dt="2023-05-04T14:02:49.334" v="228"/>
          <ac:picMkLst>
            <pc:docMk/>
            <pc:sldMk cId="3927572533" sldId="264"/>
            <ac:picMk id="6" creationId="{F2029762-92DF-584C-C5B0-884BD44FCAC1}"/>
          </ac:picMkLst>
        </pc:picChg>
      </pc:sldChg>
      <pc:sldChg chg="addSp delSp modSp new">
        <pc:chgData name="Clementine DUCOURNAU" userId="S::cducournau@diginamic-formation.fr::2cef4c7a-fa0a-4965-8e75-6db17b4e93b1" providerId="AD" clId="Web-{FD108722-1EBC-49DC-9124-4F3BAA11226A}" dt="2023-05-04T14:02:54.428" v="229"/>
        <pc:sldMkLst>
          <pc:docMk/>
          <pc:sldMk cId="315302322" sldId="265"/>
        </pc:sldMkLst>
        <pc:spChg chg="del">
          <ac:chgData name="Clementine DUCOURNAU" userId="S::cducournau@diginamic-formation.fr::2cef4c7a-fa0a-4965-8e75-6db17b4e93b1" providerId="AD" clId="Web-{FD108722-1EBC-49DC-9124-4F3BAA11226A}" dt="2023-05-04T14:02:54.428" v="229"/>
          <ac:spMkLst>
            <pc:docMk/>
            <pc:sldMk cId="315302322" sldId="265"/>
            <ac:spMk id="3" creationId="{BCD93F0B-28F7-5BD0-0CC4-E12135A7E504}"/>
          </ac:spMkLst>
        </pc:spChg>
        <pc:picChg chg="add mod ord">
          <ac:chgData name="Clementine DUCOURNAU" userId="S::cducournau@diginamic-formation.fr::2cef4c7a-fa0a-4965-8e75-6db17b4e93b1" providerId="AD" clId="Web-{FD108722-1EBC-49DC-9124-4F3BAA11226A}" dt="2023-05-04T14:02:54.428" v="229"/>
          <ac:picMkLst>
            <pc:docMk/>
            <pc:sldMk cId="315302322" sldId="265"/>
            <ac:picMk id="6" creationId="{6B522D4A-26B1-AA07-B8EF-8310FBB5A9E1}"/>
          </ac:picMkLst>
        </pc:picChg>
      </pc:sldChg>
      <pc:sldChg chg="modSp new">
        <pc:chgData name="Clementine DUCOURNAU" userId="S::cducournau@diginamic-formation.fr::2cef4c7a-fa0a-4965-8e75-6db17b4e93b1" providerId="AD" clId="Web-{FD108722-1EBC-49DC-9124-4F3BAA11226A}" dt="2023-05-04T15:24:47.057" v="340" actId="20577"/>
        <pc:sldMkLst>
          <pc:docMk/>
          <pc:sldMk cId="815064752" sldId="266"/>
        </pc:sldMkLst>
        <pc:spChg chg="mod">
          <ac:chgData name="Clementine DUCOURNAU" userId="S::cducournau@diginamic-formation.fr::2cef4c7a-fa0a-4965-8e75-6db17b4e93b1" providerId="AD" clId="Web-{FD108722-1EBC-49DC-9124-4F3BAA11226A}" dt="2023-05-04T15:23:54.258" v="319" actId="20577"/>
          <ac:spMkLst>
            <pc:docMk/>
            <pc:sldMk cId="815064752" sldId="266"/>
            <ac:spMk id="2" creationId="{90CA6B26-D11E-B8DC-5398-C3FA4DE47020}"/>
          </ac:spMkLst>
        </pc:spChg>
        <pc:spChg chg="mod">
          <ac:chgData name="Clementine DUCOURNAU" userId="S::cducournau@diginamic-formation.fr::2cef4c7a-fa0a-4965-8e75-6db17b4e93b1" providerId="AD" clId="Web-{FD108722-1EBC-49DC-9124-4F3BAA11226A}" dt="2023-05-04T15:24:47.057" v="340" actId="20577"/>
          <ac:spMkLst>
            <pc:docMk/>
            <pc:sldMk cId="815064752" sldId="266"/>
            <ac:spMk id="3" creationId="{721CE03C-CA57-9D3F-06E7-1B7BC0721186}"/>
          </ac:spMkLst>
        </pc:spChg>
      </pc:sldChg>
      <pc:sldChg chg="modSp new">
        <pc:chgData name="Clementine DUCOURNAU" userId="S::cducournau@diginamic-formation.fr::2cef4c7a-fa0a-4965-8e75-6db17b4e93b1" providerId="AD" clId="Web-{FD108722-1EBC-49DC-9124-4F3BAA11226A}" dt="2023-05-04T15:24:43.072" v="333" actId="20577"/>
        <pc:sldMkLst>
          <pc:docMk/>
          <pc:sldMk cId="3664866266" sldId="267"/>
        </pc:sldMkLst>
        <pc:spChg chg="mod">
          <ac:chgData name="Clementine DUCOURNAU" userId="S::cducournau@diginamic-formation.fr::2cef4c7a-fa0a-4965-8e75-6db17b4e93b1" providerId="AD" clId="Web-{FD108722-1EBC-49DC-9124-4F3BAA11226A}" dt="2023-05-04T15:24:43.072" v="333" actId="20577"/>
          <ac:spMkLst>
            <pc:docMk/>
            <pc:sldMk cId="3664866266" sldId="267"/>
            <ac:spMk id="2" creationId="{0D9DC9E7-236E-9B34-87A2-E2DB950A5C48}"/>
          </ac:spMkLst>
        </pc:spChg>
      </pc:sldChg>
      <pc:sldChg chg="new">
        <pc:chgData name="Clementine DUCOURNAU" userId="S::cducournau@diginamic-formation.fr::2cef4c7a-fa0a-4965-8e75-6db17b4e93b1" providerId="AD" clId="Web-{FD108722-1EBC-49DC-9124-4F3BAA11226A}" dt="2023-05-04T14:02:23.193" v="224"/>
        <pc:sldMkLst>
          <pc:docMk/>
          <pc:sldMk cId="767142401" sldId="268"/>
        </pc:sldMkLst>
      </pc:sldChg>
      <pc:sldChg chg="modSp new">
        <pc:chgData name="Clementine DUCOURNAU" userId="S::cducournau@diginamic-formation.fr::2cef4c7a-fa0a-4965-8e75-6db17b4e93b1" providerId="AD" clId="Web-{FD108722-1EBC-49DC-9124-4F3BAA11226A}" dt="2023-05-04T14:32:50.408" v="315" actId="20577"/>
        <pc:sldMkLst>
          <pc:docMk/>
          <pc:sldMk cId="1017123410" sldId="269"/>
        </pc:sldMkLst>
        <pc:spChg chg="mod">
          <ac:chgData name="Clementine DUCOURNAU" userId="S::cducournau@diginamic-formation.fr::2cef4c7a-fa0a-4965-8e75-6db17b4e93b1" providerId="AD" clId="Web-{FD108722-1EBC-49DC-9124-4F3BAA11226A}" dt="2023-05-04T14:30:52.135" v="309" actId="20577"/>
          <ac:spMkLst>
            <pc:docMk/>
            <pc:sldMk cId="1017123410" sldId="269"/>
            <ac:spMk id="2" creationId="{7DAF2AD5-EB61-B6D3-5944-9BEF9A6ED025}"/>
          </ac:spMkLst>
        </pc:spChg>
        <pc:spChg chg="mod">
          <ac:chgData name="Clementine DUCOURNAU" userId="S::cducournau@diginamic-formation.fr::2cef4c7a-fa0a-4965-8e75-6db17b4e93b1" providerId="AD" clId="Web-{FD108722-1EBC-49DC-9124-4F3BAA11226A}" dt="2023-05-04T14:32:50.408" v="315" actId="20577"/>
          <ac:spMkLst>
            <pc:docMk/>
            <pc:sldMk cId="1017123410" sldId="269"/>
            <ac:spMk id="3" creationId="{D4D23E1A-E076-0F9E-8802-A7B76BE073CF}"/>
          </ac:spMkLst>
        </pc:spChg>
      </pc:sldChg>
      <pc:sldMasterChg chg="modSp mod modSldLayout">
        <pc:chgData name="Clementine DUCOURNAU" userId="S::cducournau@diginamic-formation.fr::2cef4c7a-fa0a-4965-8e75-6db17b4e93b1" providerId="AD" clId="Web-{FD108722-1EBC-49DC-9124-4F3BAA11226A}" dt="2023-05-04T10:22:08.770" v="96"/>
        <pc:sldMasterMkLst>
          <pc:docMk/>
          <pc:sldMasterMk cId="3071127875" sldId="2147483648"/>
        </pc:sldMasterMkLst>
        <pc:spChg chg="mod">
          <ac:chgData name="Clementine DUCOURNAU" userId="S::cducournau@diginamic-formation.fr::2cef4c7a-fa0a-4965-8e75-6db17b4e93b1" providerId="AD" clId="Web-{FD108722-1EBC-49DC-9124-4F3BAA11226A}" dt="2023-05-04T10:22:08.770" v="96"/>
          <ac:spMkLst>
            <pc:docMk/>
            <pc:sldMasterMk cId="3071127875" sldId="2147483648"/>
            <ac:spMk id="5" creationId="{00000000-0000-0000-0000-000000000000}"/>
          </ac:spMkLst>
        </pc:spChg>
        <pc:sldLayoutChg chg="modSp mod">
          <pc:chgData name="Clementine DUCOURNAU" userId="S::cducournau@diginamic-formation.fr::2cef4c7a-fa0a-4965-8e75-6db17b4e93b1" providerId="AD" clId="Web-{FD108722-1EBC-49DC-9124-4F3BAA11226A}" dt="2023-05-04T10:22:08.770" v="96"/>
          <pc:sldLayoutMkLst>
            <pc:docMk/>
            <pc:sldMasterMk cId="3071127875" sldId="2147483648"/>
            <pc:sldLayoutMk cId="3310491181" sldId="2147483649"/>
          </pc:sldLayoutMkLst>
          <pc:spChg chg="mod">
            <ac:chgData name="Clementine DUCOURNAU" userId="S::cducournau@diginamic-formation.fr::2cef4c7a-fa0a-4965-8e75-6db17b4e93b1" providerId="AD" clId="Web-{FD108722-1EBC-49DC-9124-4F3BAA11226A}" dt="2023-05-04T10:22:08.770" v="96"/>
            <ac:spMkLst>
              <pc:docMk/>
              <pc:sldMasterMk cId="3071127875" sldId="2147483648"/>
              <pc:sldLayoutMk cId="3310491181" sldId="2147483649"/>
              <ac:spMk id="5" creationId="{00000000-0000-0000-0000-000000000000}"/>
            </ac:spMkLst>
          </pc:spChg>
        </pc:sldLayoutChg>
        <pc:sldLayoutChg chg="modSp mod">
          <pc:chgData name="Clementine DUCOURNAU" userId="S::cducournau@diginamic-formation.fr::2cef4c7a-fa0a-4965-8e75-6db17b4e93b1" providerId="AD" clId="Web-{FD108722-1EBC-49DC-9124-4F3BAA11226A}" dt="2023-05-04T10:22:08.770" v="96"/>
          <pc:sldLayoutMkLst>
            <pc:docMk/>
            <pc:sldMasterMk cId="3071127875" sldId="2147483648"/>
            <pc:sldLayoutMk cId="3841795644" sldId="2147483650"/>
          </pc:sldLayoutMkLst>
          <pc:spChg chg="mod">
            <ac:chgData name="Clementine DUCOURNAU" userId="S::cducournau@diginamic-formation.fr::2cef4c7a-fa0a-4965-8e75-6db17b4e93b1" providerId="AD" clId="Web-{FD108722-1EBC-49DC-9124-4F3BAA11226A}" dt="2023-05-04T10:22:08.770" v="96"/>
            <ac:spMkLst>
              <pc:docMk/>
              <pc:sldMasterMk cId="3071127875" sldId="2147483648"/>
              <pc:sldLayoutMk cId="3841795644" sldId="2147483650"/>
              <ac:spMk id="5" creationId="{00000000-0000-0000-0000-000000000000}"/>
            </ac:spMkLst>
          </pc:spChg>
        </pc:sldLayoutChg>
        <pc:sldLayoutChg chg="modSp mod">
          <pc:chgData name="Clementine DUCOURNAU" userId="S::cducournau@diginamic-formation.fr::2cef4c7a-fa0a-4965-8e75-6db17b4e93b1" providerId="AD" clId="Web-{FD108722-1EBC-49DC-9124-4F3BAA11226A}" dt="2023-05-04T10:22:08.770" v="96"/>
          <pc:sldLayoutMkLst>
            <pc:docMk/>
            <pc:sldMasterMk cId="3071127875" sldId="2147483648"/>
            <pc:sldLayoutMk cId="3466923455" sldId="2147483651"/>
          </pc:sldLayoutMkLst>
          <pc:spChg chg="mod">
            <ac:chgData name="Clementine DUCOURNAU" userId="S::cducournau@diginamic-formation.fr::2cef4c7a-fa0a-4965-8e75-6db17b4e93b1" providerId="AD" clId="Web-{FD108722-1EBC-49DC-9124-4F3BAA11226A}" dt="2023-05-04T10:22:08.770" v="96"/>
            <ac:spMkLst>
              <pc:docMk/>
              <pc:sldMasterMk cId="3071127875" sldId="2147483648"/>
              <pc:sldLayoutMk cId="3466923455" sldId="2147483651"/>
              <ac:spMk id="5" creationId="{00000000-0000-0000-0000-000000000000}"/>
            </ac:spMkLst>
          </pc:spChg>
        </pc:sldLayoutChg>
        <pc:sldLayoutChg chg="modSp mod">
          <pc:chgData name="Clementine DUCOURNAU" userId="S::cducournau@diginamic-formation.fr::2cef4c7a-fa0a-4965-8e75-6db17b4e93b1" providerId="AD" clId="Web-{FD108722-1EBC-49DC-9124-4F3BAA11226A}" dt="2023-05-04T10:22:08.770" v="96"/>
          <pc:sldLayoutMkLst>
            <pc:docMk/>
            <pc:sldMasterMk cId="3071127875" sldId="2147483648"/>
            <pc:sldLayoutMk cId="3747632232" sldId="2147483652"/>
          </pc:sldLayoutMkLst>
          <pc:spChg chg="mod">
            <ac:chgData name="Clementine DUCOURNAU" userId="S::cducournau@diginamic-formation.fr::2cef4c7a-fa0a-4965-8e75-6db17b4e93b1" providerId="AD" clId="Web-{FD108722-1EBC-49DC-9124-4F3BAA11226A}" dt="2023-05-04T10:22:08.770" v="96"/>
            <ac:spMkLst>
              <pc:docMk/>
              <pc:sldMasterMk cId="3071127875" sldId="2147483648"/>
              <pc:sldLayoutMk cId="3747632232" sldId="2147483652"/>
              <ac:spMk id="6" creationId="{00000000-0000-0000-0000-000000000000}"/>
            </ac:spMkLst>
          </pc:spChg>
        </pc:sldLayoutChg>
        <pc:sldLayoutChg chg="modSp mod">
          <pc:chgData name="Clementine DUCOURNAU" userId="S::cducournau@diginamic-formation.fr::2cef4c7a-fa0a-4965-8e75-6db17b4e93b1" providerId="AD" clId="Web-{FD108722-1EBC-49DC-9124-4F3BAA11226A}" dt="2023-05-04T10:22:08.770" v="96"/>
          <pc:sldLayoutMkLst>
            <pc:docMk/>
            <pc:sldMasterMk cId="3071127875" sldId="2147483648"/>
            <pc:sldLayoutMk cId="2611866596" sldId="2147483653"/>
          </pc:sldLayoutMkLst>
          <pc:spChg chg="mod">
            <ac:chgData name="Clementine DUCOURNAU" userId="S::cducournau@diginamic-formation.fr::2cef4c7a-fa0a-4965-8e75-6db17b4e93b1" providerId="AD" clId="Web-{FD108722-1EBC-49DC-9124-4F3BAA11226A}" dt="2023-05-04T10:22:08.770" v="96"/>
            <ac:spMkLst>
              <pc:docMk/>
              <pc:sldMasterMk cId="3071127875" sldId="2147483648"/>
              <pc:sldLayoutMk cId="2611866596" sldId="2147483653"/>
              <ac:spMk id="8" creationId="{00000000-0000-0000-0000-000000000000}"/>
            </ac:spMkLst>
          </pc:spChg>
        </pc:sldLayoutChg>
        <pc:sldLayoutChg chg="modSp mod">
          <pc:chgData name="Clementine DUCOURNAU" userId="S::cducournau@diginamic-formation.fr::2cef4c7a-fa0a-4965-8e75-6db17b4e93b1" providerId="AD" clId="Web-{FD108722-1EBC-49DC-9124-4F3BAA11226A}" dt="2023-05-04T10:22:08.770" v="96"/>
          <pc:sldLayoutMkLst>
            <pc:docMk/>
            <pc:sldMasterMk cId="3071127875" sldId="2147483648"/>
            <pc:sldLayoutMk cId="3395854097" sldId="2147483654"/>
          </pc:sldLayoutMkLst>
          <pc:spChg chg="mod">
            <ac:chgData name="Clementine DUCOURNAU" userId="S::cducournau@diginamic-formation.fr::2cef4c7a-fa0a-4965-8e75-6db17b4e93b1" providerId="AD" clId="Web-{FD108722-1EBC-49DC-9124-4F3BAA11226A}" dt="2023-05-04T10:22:08.770" v="96"/>
            <ac:spMkLst>
              <pc:docMk/>
              <pc:sldMasterMk cId="3071127875" sldId="2147483648"/>
              <pc:sldLayoutMk cId="3395854097" sldId="2147483654"/>
              <ac:spMk id="4" creationId="{00000000-0000-0000-0000-000000000000}"/>
            </ac:spMkLst>
          </pc:spChg>
        </pc:sldLayoutChg>
        <pc:sldLayoutChg chg="modSp mod">
          <pc:chgData name="Clementine DUCOURNAU" userId="S::cducournau@diginamic-formation.fr::2cef4c7a-fa0a-4965-8e75-6db17b4e93b1" providerId="AD" clId="Web-{FD108722-1EBC-49DC-9124-4F3BAA11226A}" dt="2023-05-04T10:22:08.770" v="96"/>
          <pc:sldLayoutMkLst>
            <pc:docMk/>
            <pc:sldMasterMk cId="3071127875" sldId="2147483648"/>
            <pc:sldLayoutMk cId="4040201302" sldId="2147483655"/>
          </pc:sldLayoutMkLst>
          <pc:spChg chg="mod">
            <ac:chgData name="Clementine DUCOURNAU" userId="S::cducournau@diginamic-formation.fr::2cef4c7a-fa0a-4965-8e75-6db17b4e93b1" providerId="AD" clId="Web-{FD108722-1EBC-49DC-9124-4F3BAA11226A}" dt="2023-05-04T10:22:08.770" v="96"/>
            <ac:spMkLst>
              <pc:docMk/>
              <pc:sldMasterMk cId="3071127875" sldId="2147483648"/>
              <pc:sldLayoutMk cId="4040201302" sldId="2147483655"/>
              <ac:spMk id="3" creationId="{00000000-0000-0000-0000-000000000000}"/>
            </ac:spMkLst>
          </pc:spChg>
        </pc:sldLayoutChg>
        <pc:sldLayoutChg chg="modSp mod">
          <pc:chgData name="Clementine DUCOURNAU" userId="S::cducournau@diginamic-formation.fr::2cef4c7a-fa0a-4965-8e75-6db17b4e93b1" providerId="AD" clId="Web-{FD108722-1EBC-49DC-9124-4F3BAA11226A}" dt="2023-05-04T10:22:08.770" v="96"/>
          <pc:sldLayoutMkLst>
            <pc:docMk/>
            <pc:sldMasterMk cId="3071127875" sldId="2147483648"/>
            <pc:sldLayoutMk cId="2706407263" sldId="2147483656"/>
          </pc:sldLayoutMkLst>
          <pc:spChg chg="mod">
            <ac:chgData name="Clementine DUCOURNAU" userId="S::cducournau@diginamic-formation.fr::2cef4c7a-fa0a-4965-8e75-6db17b4e93b1" providerId="AD" clId="Web-{FD108722-1EBC-49DC-9124-4F3BAA11226A}" dt="2023-05-04T10:22:08.770" v="96"/>
            <ac:spMkLst>
              <pc:docMk/>
              <pc:sldMasterMk cId="3071127875" sldId="2147483648"/>
              <pc:sldLayoutMk cId="2706407263" sldId="2147483656"/>
              <ac:spMk id="6" creationId="{00000000-0000-0000-0000-000000000000}"/>
            </ac:spMkLst>
          </pc:spChg>
        </pc:sldLayoutChg>
        <pc:sldLayoutChg chg="modSp mod">
          <pc:chgData name="Clementine DUCOURNAU" userId="S::cducournau@diginamic-formation.fr::2cef4c7a-fa0a-4965-8e75-6db17b4e93b1" providerId="AD" clId="Web-{FD108722-1EBC-49DC-9124-4F3BAA11226A}" dt="2023-05-04T10:22:08.770" v="96"/>
          <pc:sldLayoutMkLst>
            <pc:docMk/>
            <pc:sldMasterMk cId="3071127875" sldId="2147483648"/>
            <pc:sldLayoutMk cId="1610903340" sldId="2147483657"/>
          </pc:sldLayoutMkLst>
          <pc:spChg chg="mod">
            <ac:chgData name="Clementine DUCOURNAU" userId="S::cducournau@diginamic-formation.fr::2cef4c7a-fa0a-4965-8e75-6db17b4e93b1" providerId="AD" clId="Web-{FD108722-1EBC-49DC-9124-4F3BAA11226A}" dt="2023-05-04T10:22:08.770" v="96"/>
            <ac:spMkLst>
              <pc:docMk/>
              <pc:sldMasterMk cId="3071127875" sldId="2147483648"/>
              <pc:sldLayoutMk cId="1610903340" sldId="2147483657"/>
              <ac:spMk id="6" creationId="{00000000-0000-0000-0000-000000000000}"/>
            </ac:spMkLst>
          </pc:spChg>
        </pc:sldLayoutChg>
        <pc:sldLayoutChg chg="modSp mod">
          <pc:chgData name="Clementine DUCOURNAU" userId="S::cducournau@diginamic-formation.fr::2cef4c7a-fa0a-4965-8e75-6db17b4e93b1" providerId="AD" clId="Web-{FD108722-1EBC-49DC-9124-4F3BAA11226A}" dt="2023-05-04T10:22:08.770" v="96"/>
          <pc:sldLayoutMkLst>
            <pc:docMk/>
            <pc:sldMasterMk cId="3071127875" sldId="2147483648"/>
            <pc:sldLayoutMk cId="4172787210" sldId="2147483658"/>
          </pc:sldLayoutMkLst>
          <pc:spChg chg="mod">
            <ac:chgData name="Clementine DUCOURNAU" userId="S::cducournau@diginamic-formation.fr::2cef4c7a-fa0a-4965-8e75-6db17b4e93b1" providerId="AD" clId="Web-{FD108722-1EBC-49DC-9124-4F3BAA11226A}" dt="2023-05-04T10:22:08.770" v="96"/>
            <ac:spMkLst>
              <pc:docMk/>
              <pc:sldMasterMk cId="3071127875" sldId="2147483648"/>
              <pc:sldLayoutMk cId="4172787210" sldId="2147483658"/>
              <ac:spMk id="5" creationId="{00000000-0000-0000-0000-000000000000}"/>
            </ac:spMkLst>
          </pc:spChg>
        </pc:sldLayoutChg>
        <pc:sldLayoutChg chg="modSp mod">
          <pc:chgData name="Clementine DUCOURNAU" userId="S::cducournau@diginamic-formation.fr::2cef4c7a-fa0a-4965-8e75-6db17b4e93b1" providerId="AD" clId="Web-{FD108722-1EBC-49DC-9124-4F3BAA11226A}" dt="2023-05-04T10:22:08.770" v="96"/>
          <pc:sldLayoutMkLst>
            <pc:docMk/>
            <pc:sldMasterMk cId="3071127875" sldId="2147483648"/>
            <pc:sldLayoutMk cId="1902177510" sldId="2147483659"/>
          </pc:sldLayoutMkLst>
          <pc:spChg chg="mod">
            <ac:chgData name="Clementine DUCOURNAU" userId="S::cducournau@diginamic-formation.fr::2cef4c7a-fa0a-4965-8e75-6db17b4e93b1" providerId="AD" clId="Web-{FD108722-1EBC-49DC-9124-4F3BAA11226A}" dt="2023-05-04T10:22:08.770" v="96"/>
            <ac:spMkLst>
              <pc:docMk/>
              <pc:sldMasterMk cId="3071127875" sldId="2147483648"/>
              <pc:sldLayoutMk cId="1902177510" sldId="2147483659"/>
              <ac:spMk id="5" creationId="{00000000-0000-0000-0000-000000000000}"/>
            </ac:spMkLst>
          </pc:spChg>
        </pc:sldLayoutChg>
      </pc:sldMasterChg>
    </pc:docChg>
  </pc:docChgLst>
  <pc:docChgLst>
    <pc:chgData name="Clementine DUCOURNAU" userId="S::cducournau@diginamic-formation.fr::2cef4c7a-fa0a-4965-8e75-6db17b4e93b1" providerId="AD" clId="Web-{3040E885-C9A2-E75A-80E7-2BF3A964F9D4}"/>
    <pc:docChg chg="addSld delSld modSld sldOrd">
      <pc:chgData name="Clementine DUCOURNAU" userId="S::cducournau@diginamic-formation.fr::2cef4c7a-fa0a-4965-8e75-6db17b4e93b1" providerId="AD" clId="Web-{3040E885-C9A2-E75A-80E7-2BF3A964F9D4}" dt="2023-05-05T12:51:49.128" v="597" actId="20577"/>
      <pc:docMkLst>
        <pc:docMk/>
      </pc:docMkLst>
      <pc:sldChg chg="addSp modSp mod setBg">
        <pc:chgData name="Clementine DUCOURNAU" userId="S::cducournau@diginamic-formation.fr::2cef4c7a-fa0a-4965-8e75-6db17b4e93b1" providerId="AD" clId="Web-{3040E885-C9A2-E75A-80E7-2BF3A964F9D4}" dt="2023-05-05T12:18:37.318" v="589"/>
        <pc:sldMkLst>
          <pc:docMk/>
          <pc:sldMk cId="3784089036" sldId="256"/>
        </pc:sldMkLst>
        <pc:spChg chg="mod">
          <ac:chgData name="Clementine DUCOURNAU" userId="S::cducournau@diginamic-formation.fr::2cef4c7a-fa0a-4965-8e75-6db17b4e93b1" providerId="AD" clId="Web-{3040E885-C9A2-E75A-80E7-2BF3A964F9D4}" dt="2023-05-05T12:18:37.318" v="589"/>
          <ac:spMkLst>
            <pc:docMk/>
            <pc:sldMk cId="3784089036" sldId="256"/>
            <ac:spMk id="2" creationId="{00000000-0000-0000-0000-000000000000}"/>
          </ac:spMkLst>
        </pc:spChg>
        <pc:spChg chg="mod">
          <ac:chgData name="Clementine DUCOURNAU" userId="S::cducournau@diginamic-formation.fr::2cef4c7a-fa0a-4965-8e75-6db17b4e93b1" providerId="AD" clId="Web-{3040E885-C9A2-E75A-80E7-2BF3A964F9D4}" dt="2023-05-05T12:18:37.318" v="589"/>
          <ac:spMkLst>
            <pc:docMk/>
            <pc:sldMk cId="3784089036" sldId="256"/>
            <ac:spMk id="3" creationId="{00000000-0000-0000-0000-000000000000}"/>
          </ac:spMkLst>
        </pc:spChg>
        <pc:spChg chg="mod">
          <ac:chgData name="Clementine DUCOURNAU" userId="S::cducournau@diginamic-formation.fr::2cef4c7a-fa0a-4965-8e75-6db17b4e93b1" providerId="AD" clId="Web-{3040E885-C9A2-E75A-80E7-2BF3A964F9D4}" dt="2023-05-05T12:18:37.318" v="589"/>
          <ac:spMkLst>
            <pc:docMk/>
            <pc:sldMk cId="3784089036" sldId="256"/>
            <ac:spMk id="5" creationId="{88962316-1470-E4AA-D967-7620D145D699}"/>
          </ac:spMkLst>
        </pc:spChg>
        <pc:spChg chg="mod">
          <ac:chgData name="Clementine DUCOURNAU" userId="S::cducournau@diginamic-formation.fr::2cef4c7a-fa0a-4965-8e75-6db17b4e93b1" providerId="AD" clId="Web-{3040E885-C9A2-E75A-80E7-2BF3A964F9D4}" dt="2023-05-05T12:18:37.318" v="589"/>
          <ac:spMkLst>
            <pc:docMk/>
            <pc:sldMk cId="3784089036" sldId="256"/>
            <ac:spMk id="6" creationId="{3B57414C-406A-F698-CD6D-7786468C32FE}"/>
          </ac:spMkLst>
        </pc:spChg>
        <pc:spChg chg="add">
          <ac:chgData name="Clementine DUCOURNAU" userId="S::cducournau@diginamic-formation.fr::2cef4c7a-fa0a-4965-8e75-6db17b4e93b1" providerId="AD" clId="Web-{3040E885-C9A2-E75A-80E7-2BF3A964F9D4}" dt="2023-05-05T12:18:37.318" v="589"/>
          <ac:spMkLst>
            <pc:docMk/>
            <pc:sldMk cId="3784089036" sldId="256"/>
            <ac:spMk id="11" creationId="{ED8E54F9-849C-4865-8C5E-FD967B81D756}"/>
          </ac:spMkLst>
        </pc:spChg>
        <pc:spChg chg="add">
          <ac:chgData name="Clementine DUCOURNAU" userId="S::cducournau@diginamic-formation.fr::2cef4c7a-fa0a-4965-8e75-6db17b4e93b1" providerId="AD" clId="Web-{3040E885-C9A2-E75A-80E7-2BF3A964F9D4}" dt="2023-05-05T12:18:37.318" v="589"/>
          <ac:spMkLst>
            <pc:docMk/>
            <pc:sldMk cId="3784089036" sldId="256"/>
            <ac:spMk id="13" creationId="{391AE6B3-1D2D-4C67-A4DB-888635B527AC}"/>
          </ac:spMkLst>
        </pc:spChg>
        <pc:spChg chg="add">
          <ac:chgData name="Clementine DUCOURNAU" userId="S::cducournau@diginamic-formation.fr::2cef4c7a-fa0a-4965-8e75-6db17b4e93b1" providerId="AD" clId="Web-{3040E885-C9A2-E75A-80E7-2BF3A964F9D4}" dt="2023-05-05T12:18:37.318" v="589"/>
          <ac:spMkLst>
            <pc:docMk/>
            <pc:sldMk cId="3784089036" sldId="256"/>
            <ac:spMk id="15" creationId="{6D080EC2-42B5-4E04-BBF7-F0BC5CB7C997}"/>
          </ac:spMkLst>
        </pc:spChg>
      </pc:sldChg>
      <pc:sldChg chg="addSp modSp mod setBg">
        <pc:chgData name="Clementine DUCOURNAU" userId="S::cducournau@diginamic-formation.fr::2cef4c7a-fa0a-4965-8e75-6db17b4e93b1" providerId="AD" clId="Web-{3040E885-C9A2-E75A-80E7-2BF3A964F9D4}" dt="2023-05-05T09:15:21.961" v="110"/>
        <pc:sldMkLst>
          <pc:docMk/>
          <pc:sldMk cId="2474659969" sldId="257"/>
        </pc:sldMkLst>
        <pc:spChg chg="mod">
          <ac:chgData name="Clementine DUCOURNAU" userId="S::cducournau@diginamic-formation.fr::2cef4c7a-fa0a-4965-8e75-6db17b4e93b1" providerId="AD" clId="Web-{3040E885-C9A2-E75A-80E7-2BF3A964F9D4}" dt="2023-05-05T09:15:21.961" v="110"/>
          <ac:spMkLst>
            <pc:docMk/>
            <pc:sldMk cId="2474659969" sldId="257"/>
            <ac:spMk id="2" creationId="{2746FEB1-C0DA-1378-B962-553E3D3D828D}"/>
          </ac:spMkLst>
        </pc:spChg>
        <pc:spChg chg="mod">
          <ac:chgData name="Clementine DUCOURNAU" userId="S::cducournau@diginamic-formation.fr::2cef4c7a-fa0a-4965-8e75-6db17b4e93b1" providerId="AD" clId="Web-{3040E885-C9A2-E75A-80E7-2BF3A964F9D4}" dt="2023-05-05T09:15:21.961" v="110"/>
          <ac:spMkLst>
            <pc:docMk/>
            <pc:sldMk cId="2474659969" sldId="257"/>
            <ac:spMk id="3" creationId="{B0E51873-9F30-304E-63FE-CC2F382AFC99}"/>
          </ac:spMkLst>
        </pc:spChg>
        <pc:spChg chg="mod">
          <ac:chgData name="Clementine DUCOURNAU" userId="S::cducournau@diginamic-formation.fr::2cef4c7a-fa0a-4965-8e75-6db17b4e93b1" providerId="AD" clId="Web-{3040E885-C9A2-E75A-80E7-2BF3A964F9D4}" dt="2023-05-05T09:15:21.961" v="110"/>
          <ac:spMkLst>
            <pc:docMk/>
            <pc:sldMk cId="2474659969" sldId="257"/>
            <ac:spMk id="4" creationId="{B7B02953-A05C-9F4C-4A92-9BE4F7DE2908}"/>
          </ac:spMkLst>
        </pc:spChg>
        <pc:spChg chg="mod ord">
          <ac:chgData name="Clementine DUCOURNAU" userId="S::cducournau@diginamic-formation.fr::2cef4c7a-fa0a-4965-8e75-6db17b4e93b1" providerId="AD" clId="Web-{3040E885-C9A2-E75A-80E7-2BF3A964F9D4}" dt="2023-05-05T09:15:21.961" v="110"/>
          <ac:spMkLst>
            <pc:docMk/>
            <pc:sldMk cId="2474659969" sldId="257"/>
            <ac:spMk id="5" creationId="{70F271AD-000B-A60A-B423-AC9C87AC3954}"/>
          </ac:spMkLst>
        </pc:spChg>
        <pc:spChg chg="add">
          <ac:chgData name="Clementine DUCOURNAU" userId="S::cducournau@diginamic-formation.fr::2cef4c7a-fa0a-4965-8e75-6db17b4e93b1" providerId="AD" clId="Web-{3040E885-C9A2-E75A-80E7-2BF3A964F9D4}" dt="2023-05-05T09:15:21.961" v="110"/>
          <ac:spMkLst>
            <pc:docMk/>
            <pc:sldMk cId="2474659969" sldId="257"/>
            <ac:spMk id="10" creationId="{100EDD19-6802-4EC3-95CE-CFFAB042CFD6}"/>
          </ac:spMkLst>
        </pc:spChg>
        <pc:spChg chg="add">
          <ac:chgData name="Clementine DUCOURNAU" userId="S::cducournau@diginamic-formation.fr::2cef4c7a-fa0a-4965-8e75-6db17b4e93b1" providerId="AD" clId="Web-{3040E885-C9A2-E75A-80E7-2BF3A964F9D4}" dt="2023-05-05T09:15:21.961" v="110"/>
          <ac:spMkLst>
            <pc:docMk/>
            <pc:sldMk cId="2474659969" sldId="257"/>
            <ac:spMk id="12" creationId="{DB17E863-922E-4C26-BD64-E8FD41D28661}"/>
          </ac:spMkLst>
        </pc:spChg>
      </pc:sldChg>
      <pc:sldChg chg="addSp delSp modSp mod setBg">
        <pc:chgData name="Clementine DUCOURNAU" userId="S::cducournau@diginamic-formation.fr::2cef4c7a-fa0a-4965-8e75-6db17b4e93b1" providerId="AD" clId="Web-{3040E885-C9A2-E75A-80E7-2BF3A964F9D4}" dt="2023-05-05T09:33:19.604" v="268" actId="20577"/>
        <pc:sldMkLst>
          <pc:docMk/>
          <pc:sldMk cId="2712305924" sldId="258"/>
        </pc:sldMkLst>
        <pc:spChg chg="mod">
          <ac:chgData name="Clementine DUCOURNAU" userId="S::cducournau@diginamic-formation.fr::2cef4c7a-fa0a-4965-8e75-6db17b4e93b1" providerId="AD" clId="Web-{3040E885-C9A2-E75A-80E7-2BF3A964F9D4}" dt="2023-05-05T09:15:29.228" v="111"/>
          <ac:spMkLst>
            <pc:docMk/>
            <pc:sldMk cId="2712305924" sldId="258"/>
            <ac:spMk id="2" creationId="{E4F3F2BF-3967-3549-B22E-ED99F507E9BB}"/>
          </ac:spMkLst>
        </pc:spChg>
        <pc:spChg chg="mod">
          <ac:chgData name="Clementine DUCOURNAU" userId="S::cducournau@diginamic-formation.fr::2cef4c7a-fa0a-4965-8e75-6db17b4e93b1" providerId="AD" clId="Web-{3040E885-C9A2-E75A-80E7-2BF3A964F9D4}" dt="2023-05-05T09:15:29.228" v="111"/>
          <ac:spMkLst>
            <pc:docMk/>
            <pc:sldMk cId="2712305924" sldId="258"/>
            <ac:spMk id="4" creationId="{4323970D-FBAE-F3B2-DE07-C37AB8BEF83B}"/>
          </ac:spMkLst>
        </pc:spChg>
        <pc:spChg chg="mod">
          <ac:chgData name="Clementine DUCOURNAU" userId="S::cducournau@diginamic-formation.fr::2cef4c7a-fa0a-4965-8e75-6db17b4e93b1" providerId="AD" clId="Web-{3040E885-C9A2-E75A-80E7-2BF3A964F9D4}" dt="2023-05-05T09:15:29.228" v="111"/>
          <ac:spMkLst>
            <pc:docMk/>
            <pc:sldMk cId="2712305924" sldId="258"/>
            <ac:spMk id="5" creationId="{51BCB012-51D2-8F7C-A9F4-69F22ACFD69D}"/>
          </ac:spMkLst>
        </pc:spChg>
        <pc:spChg chg="del">
          <ac:chgData name="Clementine DUCOURNAU" userId="S::cducournau@diginamic-formation.fr::2cef4c7a-fa0a-4965-8e75-6db17b4e93b1" providerId="AD" clId="Web-{3040E885-C9A2-E75A-80E7-2BF3A964F9D4}" dt="2023-05-05T09:15:29.228" v="111"/>
          <ac:spMkLst>
            <pc:docMk/>
            <pc:sldMk cId="2712305924" sldId="258"/>
            <ac:spMk id="7" creationId="{190EC05F-9CC1-0F5C-4A49-9D60A108317A}"/>
          </ac:spMkLst>
        </pc:spChg>
        <pc:spChg chg="add mod ord">
          <ac:chgData name="Clementine DUCOURNAU" userId="S::cducournau@diginamic-formation.fr::2cef4c7a-fa0a-4965-8e75-6db17b4e93b1" providerId="AD" clId="Web-{3040E885-C9A2-E75A-80E7-2BF3A964F9D4}" dt="2023-05-05T09:33:19.604" v="268" actId="20577"/>
          <ac:spMkLst>
            <pc:docMk/>
            <pc:sldMk cId="2712305924" sldId="258"/>
            <ac:spMk id="8" creationId="{36E7F964-9DEF-AD47-0D7B-988ED1110E62}"/>
          </ac:spMkLst>
        </pc:spChg>
        <pc:spChg chg="add">
          <ac:chgData name="Clementine DUCOURNAU" userId="S::cducournau@diginamic-formation.fr::2cef4c7a-fa0a-4965-8e75-6db17b4e93b1" providerId="AD" clId="Web-{3040E885-C9A2-E75A-80E7-2BF3A964F9D4}" dt="2023-05-05T09:15:29.228" v="111"/>
          <ac:spMkLst>
            <pc:docMk/>
            <pc:sldMk cId="2712305924" sldId="258"/>
            <ac:spMk id="13" creationId="{100EDD19-6802-4EC3-95CE-CFFAB042CFD6}"/>
          </ac:spMkLst>
        </pc:spChg>
        <pc:spChg chg="add">
          <ac:chgData name="Clementine DUCOURNAU" userId="S::cducournau@diginamic-formation.fr::2cef4c7a-fa0a-4965-8e75-6db17b4e93b1" providerId="AD" clId="Web-{3040E885-C9A2-E75A-80E7-2BF3A964F9D4}" dt="2023-05-05T09:15:29.228" v="111"/>
          <ac:spMkLst>
            <pc:docMk/>
            <pc:sldMk cId="2712305924" sldId="258"/>
            <ac:spMk id="15" creationId="{DB17E863-922E-4C26-BD64-E8FD41D28661}"/>
          </ac:spMkLst>
        </pc:spChg>
        <pc:picChg chg="del mod">
          <ac:chgData name="Clementine DUCOURNAU" userId="S::cducournau@diginamic-formation.fr::2cef4c7a-fa0a-4965-8e75-6db17b4e93b1" providerId="AD" clId="Web-{3040E885-C9A2-E75A-80E7-2BF3A964F9D4}" dt="2023-05-05T08:51:51.842" v="93"/>
          <ac:picMkLst>
            <pc:docMk/>
            <pc:sldMk cId="2712305924" sldId="258"/>
            <ac:picMk id="6" creationId="{724D8819-5256-933C-4213-80DAFCA40088}"/>
          </ac:picMkLst>
        </pc:picChg>
      </pc:sldChg>
      <pc:sldChg chg="modSp del">
        <pc:chgData name="Clementine DUCOURNAU" userId="S::cducournau@diginamic-formation.fr::2cef4c7a-fa0a-4965-8e75-6db17b4e93b1" providerId="AD" clId="Web-{3040E885-C9A2-E75A-80E7-2BF3A964F9D4}" dt="2023-05-05T08:40:11.833" v="74"/>
        <pc:sldMkLst>
          <pc:docMk/>
          <pc:sldMk cId="2240481813" sldId="259"/>
        </pc:sldMkLst>
        <pc:spChg chg="mod">
          <ac:chgData name="Clementine DUCOURNAU" userId="S::cducournau@diginamic-formation.fr::2cef4c7a-fa0a-4965-8e75-6db17b4e93b1" providerId="AD" clId="Web-{3040E885-C9A2-E75A-80E7-2BF3A964F9D4}" dt="2023-05-05T08:11:32.097" v="28" actId="20577"/>
          <ac:spMkLst>
            <pc:docMk/>
            <pc:sldMk cId="2240481813" sldId="259"/>
            <ac:spMk id="2" creationId="{B3AC1874-99A5-BA4A-C383-F3683A40EA45}"/>
          </ac:spMkLst>
        </pc:spChg>
      </pc:sldChg>
      <pc:sldChg chg="addSp delSp modSp mod setBg">
        <pc:chgData name="Clementine DUCOURNAU" userId="S::cducournau@diginamic-formation.fr::2cef4c7a-fa0a-4965-8e75-6db17b4e93b1" providerId="AD" clId="Web-{3040E885-C9A2-E75A-80E7-2BF3A964F9D4}" dt="2023-05-05T10:53:09.661" v="377" actId="20577"/>
        <pc:sldMkLst>
          <pc:docMk/>
          <pc:sldMk cId="2826329702" sldId="260"/>
        </pc:sldMkLst>
        <pc:spChg chg="mod">
          <ac:chgData name="Clementine DUCOURNAU" userId="S::cducournau@diginamic-formation.fr::2cef4c7a-fa0a-4965-8e75-6db17b4e93b1" providerId="AD" clId="Web-{3040E885-C9A2-E75A-80E7-2BF3A964F9D4}" dt="2023-05-05T10:38:48.722" v="352"/>
          <ac:spMkLst>
            <pc:docMk/>
            <pc:sldMk cId="2826329702" sldId="260"/>
            <ac:spMk id="2" creationId="{B05E7E96-0DC5-FBA7-BC42-C29F713DFC21}"/>
          </ac:spMkLst>
        </pc:spChg>
        <pc:spChg chg="mod">
          <ac:chgData name="Clementine DUCOURNAU" userId="S::cducournau@diginamic-formation.fr::2cef4c7a-fa0a-4965-8e75-6db17b4e93b1" providerId="AD" clId="Web-{3040E885-C9A2-E75A-80E7-2BF3A964F9D4}" dt="2023-05-05T09:26:05.963" v="205"/>
          <ac:spMkLst>
            <pc:docMk/>
            <pc:sldMk cId="2826329702" sldId="260"/>
            <ac:spMk id="4" creationId="{627395A9-B2BD-2330-7F90-A8A2C4A695E7}"/>
          </ac:spMkLst>
        </pc:spChg>
        <pc:spChg chg="mod">
          <ac:chgData name="Clementine DUCOURNAU" userId="S::cducournau@diginamic-formation.fr::2cef4c7a-fa0a-4965-8e75-6db17b4e93b1" providerId="AD" clId="Web-{3040E885-C9A2-E75A-80E7-2BF3A964F9D4}" dt="2023-05-05T09:26:05.963" v="205"/>
          <ac:spMkLst>
            <pc:docMk/>
            <pc:sldMk cId="2826329702" sldId="260"/>
            <ac:spMk id="5" creationId="{B2A744B8-A79B-2203-10B5-3964E9400A71}"/>
          </ac:spMkLst>
        </pc:spChg>
        <pc:spChg chg="add del">
          <ac:chgData name="Clementine DUCOURNAU" userId="S::cducournau@diginamic-formation.fr::2cef4c7a-fa0a-4965-8e75-6db17b4e93b1" providerId="AD" clId="Web-{3040E885-C9A2-E75A-80E7-2BF3A964F9D4}" dt="2023-05-05T09:26:05.978" v="206"/>
          <ac:spMkLst>
            <pc:docMk/>
            <pc:sldMk cId="2826329702" sldId="260"/>
            <ac:spMk id="10" creationId="{5D2DF775-5C77-2947-C0B7-DC9ED1007A24}"/>
          </ac:spMkLst>
        </pc:spChg>
        <pc:spChg chg="add del">
          <ac:chgData name="Clementine DUCOURNAU" userId="S::cducournau@diginamic-formation.fr::2cef4c7a-fa0a-4965-8e75-6db17b4e93b1" providerId="AD" clId="Web-{3040E885-C9A2-E75A-80E7-2BF3A964F9D4}" dt="2023-05-05T09:26:05.978" v="206"/>
          <ac:spMkLst>
            <pc:docMk/>
            <pc:sldMk cId="2826329702" sldId="260"/>
            <ac:spMk id="13" creationId="{743AA782-23D1-4521-8CAD-47662984AA08}"/>
          </ac:spMkLst>
        </pc:spChg>
        <pc:spChg chg="add del">
          <ac:chgData name="Clementine DUCOURNAU" userId="S::cducournau@diginamic-formation.fr::2cef4c7a-fa0a-4965-8e75-6db17b4e93b1" providerId="AD" clId="Web-{3040E885-C9A2-E75A-80E7-2BF3A964F9D4}" dt="2023-05-05T09:26:05.978" v="206"/>
          <ac:spMkLst>
            <pc:docMk/>
            <pc:sldMk cId="2826329702" sldId="260"/>
            <ac:spMk id="15" creationId="{71877DBC-BB60-40F0-AC93-2ACDBAAE60CE}"/>
          </ac:spMkLst>
        </pc:spChg>
        <pc:spChg chg="add del">
          <ac:chgData name="Clementine DUCOURNAU" userId="S::cducournau@diginamic-formation.fr::2cef4c7a-fa0a-4965-8e75-6db17b4e93b1" providerId="AD" clId="Web-{3040E885-C9A2-E75A-80E7-2BF3A964F9D4}" dt="2023-05-05T09:26:05.963" v="205"/>
          <ac:spMkLst>
            <pc:docMk/>
            <pc:sldMk cId="2826329702" sldId="260"/>
            <ac:spMk id="20" creationId="{665DBBEF-238B-476B-96AB-8AAC3224ECEA}"/>
          </ac:spMkLst>
        </pc:spChg>
        <pc:spChg chg="add del">
          <ac:chgData name="Clementine DUCOURNAU" userId="S::cducournau@diginamic-formation.fr::2cef4c7a-fa0a-4965-8e75-6db17b4e93b1" providerId="AD" clId="Web-{3040E885-C9A2-E75A-80E7-2BF3A964F9D4}" dt="2023-05-05T09:26:05.963" v="205"/>
          <ac:spMkLst>
            <pc:docMk/>
            <pc:sldMk cId="2826329702" sldId="260"/>
            <ac:spMk id="22" creationId="{3FCFB1DE-0B7E-48CC-BA90-B2AB0889F9D6}"/>
          </ac:spMkLst>
        </pc:spChg>
        <pc:spChg chg="add del">
          <ac:chgData name="Clementine DUCOURNAU" userId="S::cducournau@diginamic-formation.fr::2cef4c7a-fa0a-4965-8e75-6db17b4e93b1" providerId="AD" clId="Web-{3040E885-C9A2-E75A-80E7-2BF3A964F9D4}" dt="2023-05-05T10:38:48.722" v="352"/>
          <ac:spMkLst>
            <pc:docMk/>
            <pc:sldMk cId="2826329702" sldId="260"/>
            <ac:spMk id="24" creationId="{743AA782-23D1-4521-8CAD-47662984AA08}"/>
          </ac:spMkLst>
        </pc:spChg>
        <pc:spChg chg="add del">
          <ac:chgData name="Clementine DUCOURNAU" userId="S::cducournau@diginamic-formation.fr::2cef4c7a-fa0a-4965-8e75-6db17b4e93b1" providerId="AD" clId="Web-{3040E885-C9A2-E75A-80E7-2BF3A964F9D4}" dt="2023-05-05T10:38:48.722" v="352"/>
          <ac:spMkLst>
            <pc:docMk/>
            <pc:sldMk cId="2826329702" sldId="260"/>
            <ac:spMk id="25" creationId="{650D18FE-0824-4A46-B22C-A86B52E5780A}"/>
          </ac:spMkLst>
        </pc:spChg>
        <pc:spChg chg="add mod">
          <ac:chgData name="Clementine DUCOURNAU" userId="S::cducournau@diginamic-formation.fr::2cef4c7a-fa0a-4965-8e75-6db17b4e93b1" providerId="AD" clId="Web-{3040E885-C9A2-E75A-80E7-2BF3A964F9D4}" dt="2023-05-05T10:53:09.661" v="377" actId="20577"/>
          <ac:spMkLst>
            <pc:docMk/>
            <pc:sldMk cId="2826329702" sldId="260"/>
            <ac:spMk id="26" creationId="{5D2DF775-5C77-2947-C0B7-DC9ED1007A24}"/>
          </ac:spMkLst>
        </pc:spChg>
        <pc:spChg chg="add">
          <ac:chgData name="Clementine DUCOURNAU" userId="S::cducournau@diginamic-formation.fr::2cef4c7a-fa0a-4965-8e75-6db17b4e93b1" providerId="AD" clId="Web-{3040E885-C9A2-E75A-80E7-2BF3A964F9D4}" dt="2023-05-05T10:38:48.722" v="352"/>
          <ac:spMkLst>
            <pc:docMk/>
            <pc:sldMk cId="2826329702" sldId="260"/>
            <ac:spMk id="31" creationId="{32AEEBC8-9D30-42EF-95F2-386C2653FBF0}"/>
          </ac:spMkLst>
        </pc:spChg>
        <pc:spChg chg="add">
          <ac:chgData name="Clementine DUCOURNAU" userId="S::cducournau@diginamic-formation.fr::2cef4c7a-fa0a-4965-8e75-6db17b4e93b1" providerId="AD" clId="Web-{3040E885-C9A2-E75A-80E7-2BF3A964F9D4}" dt="2023-05-05T10:38:48.722" v="352"/>
          <ac:spMkLst>
            <pc:docMk/>
            <pc:sldMk cId="2826329702" sldId="260"/>
            <ac:spMk id="33" creationId="{2E92FA66-67D7-4CB4-94D3-E643A9AD4757}"/>
          </ac:spMkLst>
        </pc:spChg>
        <pc:picChg chg="mod">
          <ac:chgData name="Clementine DUCOURNAU" userId="S::cducournau@diginamic-formation.fr::2cef4c7a-fa0a-4965-8e75-6db17b4e93b1" providerId="AD" clId="Web-{3040E885-C9A2-E75A-80E7-2BF3A964F9D4}" dt="2023-05-05T10:38:48.722" v="352"/>
          <ac:picMkLst>
            <pc:docMk/>
            <pc:sldMk cId="2826329702" sldId="260"/>
            <ac:picMk id="6" creationId="{DEC675B4-4771-EBB9-1BFB-8A7B5B00A8FC}"/>
          </ac:picMkLst>
        </pc:picChg>
      </pc:sldChg>
      <pc:sldChg chg="modSp del">
        <pc:chgData name="Clementine DUCOURNAU" userId="S::cducournau@diginamic-formation.fr::2cef4c7a-fa0a-4965-8e75-6db17b4e93b1" providerId="AD" clId="Web-{3040E885-C9A2-E75A-80E7-2BF3A964F9D4}" dt="2023-05-05T08:40:20.333" v="75"/>
        <pc:sldMkLst>
          <pc:docMk/>
          <pc:sldMk cId="1516101708" sldId="261"/>
        </pc:sldMkLst>
        <pc:spChg chg="mod">
          <ac:chgData name="Clementine DUCOURNAU" userId="S::cducournau@diginamic-formation.fr::2cef4c7a-fa0a-4965-8e75-6db17b4e93b1" providerId="AD" clId="Web-{3040E885-C9A2-E75A-80E7-2BF3A964F9D4}" dt="2023-05-05T08:10:39.033" v="15" actId="20577"/>
          <ac:spMkLst>
            <pc:docMk/>
            <pc:sldMk cId="1516101708" sldId="261"/>
            <ac:spMk id="2" creationId="{5E6C1F9D-CB41-E49E-1419-3956CC11AB08}"/>
          </ac:spMkLst>
        </pc:spChg>
      </pc:sldChg>
      <pc:sldChg chg="addSp delSp modSp mod setBg">
        <pc:chgData name="Clementine DUCOURNAU" userId="S::cducournau@diginamic-formation.fr::2cef4c7a-fa0a-4965-8e75-6db17b4e93b1" providerId="AD" clId="Web-{3040E885-C9A2-E75A-80E7-2BF3A964F9D4}" dt="2023-05-05T10:37:58.968" v="351" actId="20577"/>
        <pc:sldMkLst>
          <pc:docMk/>
          <pc:sldMk cId="2528991447" sldId="262"/>
        </pc:sldMkLst>
        <pc:spChg chg="mod">
          <ac:chgData name="Clementine DUCOURNAU" userId="S::cducournau@diginamic-formation.fr::2cef4c7a-fa0a-4965-8e75-6db17b4e93b1" providerId="AD" clId="Web-{3040E885-C9A2-E75A-80E7-2BF3A964F9D4}" dt="2023-05-05T10:37:02.777" v="279"/>
          <ac:spMkLst>
            <pc:docMk/>
            <pc:sldMk cId="2528991447" sldId="262"/>
            <ac:spMk id="2" creationId="{FD2D831B-81E1-4829-0377-387883560C89}"/>
          </ac:spMkLst>
        </pc:spChg>
        <pc:spChg chg="mod">
          <ac:chgData name="Clementine DUCOURNAU" userId="S::cducournau@diginamic-formation.fr::2cef4c7a-fa0a-4965-8e75-6db17b4e93b1" providerId="AD" clId="Web-{3040E885-C9A2-E75A-80E7-2BF3A964F9D4}" dt="2023-05-05T10:37:02.777" v="279"/>
          <ac:spMkLst>
            <pc:docMk/>
            <pc:sldMk cId="2528991447" sldId="262"/>
            <ac:spMk id="4" creationId="{561D234D-A744-0D7C-D652-C5DF3A44A2B5}"/>
          </ac:spMkLst>
        </pc:spChg>
        <pc:spChg chg="mod">
          <ac:chgData name="Clementine DUCOURNAU" userId="S::cducournau@diginamic-formation.fr::2cef4c7a-fa0a-4965-8e75-6db17b4e93b1" providerId="AD" clId="Web-{3040E885-C9A2-E75A-80E7-2BF3A964F9D4}" dt="2023-05-05T10:37:02.777" v="279"/>
          <ac:spMkLst>
            <pc:docMk/>
            <pc:sldMk cId="2528991447" sldId="262"/>
            <ac:spMk id="5" creationId="{B9D1C27C-E081-7CDC-24F8-935ABF24D94B}"/>
          </ac:spMkLst>
        </pc:spChg>
        <pc:spChg chg="add del">
          <ac:chgData name="Clementine DUCOURNAU" userId="S::cducournau@diginamic-formation.fr::2cef4c7a-fa0a-4965-8e75-6db17b4e93b1" providerId="AD" clId="Web-{3040E885-C9A2-E75A-80E7-2BF3A964F9D4}" dt="2023-05-05T09:25:46.055" v="203"/>
          <ac:spMkLst>
            <pc:docMk/>
            <pc:sldMk cId="2528991447" sldId="262"/>
            <ac:spMk id="10" creationId="{3EE4A029-C21F-6EC8-2F00-2754314E4EFB}"/>
          </ac:spMkLst>
        </pc:spChg>
        <pc:spChg chg="add del">
          <ac:chgData name="Clementine DUCOURNAU" userId="S::cducournau@diginamic-formation.fr::2cef4c7a-fa0a-4965-8e75-6db17b4e93b1" providerId="AD" clId="Web-{3040E885-C9A2-E75A-80E7-2BF3A964F9D4}" dt="2023-05-05T09:25:46.055" v="203"/>
          <ac:spMkLst>
            <pc:docMk/>
            <pc:sldMk cId="2528991447" sldId="262"/>
            <ac:spMk id="13" creationId="{743AA782-23D1-4521-8CAD-47662984AA08}"/>
          </ac:spMkLst>
        </pc:spChg>
        <pc:spChg chg="add del">
          <ac:chgData name="Clementine DUCOURNAU" userId="S::cducournau@diginamic-formation.fr::2cef4c7a-fa0a-4965-8e75-6db17b4e93b1" providerId="AD" clId="Web-{3040E885-C9A2-E75A-80E7-2BF3A964F9D4}" dt="2023-05-05T09:25:46.055" v="203"/>
          <ac:spMkLst>
            <pc:docMk/>
            <pc:sldMk cId="2528991447" sldId="262"/>
            <ac:spMk id="15" creationId="{71877DBC-BB60-40F0-AC93-2ACDBAAE60CE}"/>
          </ac:spMkLst>
        </pc:spChg>
        <pc:spChg chg="add del">
          <ac:chgData name="Clementine DUCOURNAU" userId="S::cducournau@diginamic-formation.fr::2cef4c7a-fa0a-4965-8e75-6db17b4e93b1" providerId="AD" clId="Web-{3040E885-C9A2-E75A-80E7-2BF3A964F9D4}" dt="2023-05-05T10:37:02.777" v="279"/>
          <ac:spMkLst>
            <pc:docMk/>
            <pc:sldMk cId="2528991447" sldId="262"/>
            <ac:spMk id="20" creationId="{665DBBEF-238B-476B-96AB-8AAC3224ECEA}"/>
          </ac:spMkLst>
        </pc:spChg>
        <pc:spChg chg="add del">
          <ac:chgData name="Clementine DUCOURNAU" userId="S::cducournau@diginamic-formation.fr::2cef4c7a-fa0a-4965-8e75-6db17b4e93b1" providerId="AD" clId="Web-{3040E885-C9A2-E75A-80E7-2BF3A964F9D4}" dt="2023-05-05T10:37:02.777" v="279"/>
          <ac:spMkLst>
            <pc:docMk/>
            <pc:sldMk cId="2528991447" sldId="262"/>
            <ac:spMk id="22" creationId="{3FCFB1DE-0B7E-48CC-BA90-B2AB0889F9D6}"/>
          </ac:spMkLst>
        </pc:spChg>
        <pc:spChg chg="add mod">
          <ac:chgData name="Clementine DUCOURNAU" userId="S::cducournau@diginamic-formation.fr::2cef4c7a-fa0a-4965-8e75-6db17b4e93b1" providerId="AD" clId="Web-{3040E885-C9A2-E75A-80E7-2BF3A964F9D4}" dt="2023-05-05T10:37:58.968" v="351" actId="20577"/>
          <ac:spMkLst>
            <pc:docMk/>
            <pc:sldMk cId="2528991447" sldId="262"/>
            <ac:spMk id="26" creationId="{3FEC9CE9-BDB8-60F9-138C-9F44EAA6AC68}"/>
          </ac:spMkLst>
        </pc:spChg>
        <pc:spChg chg="add">
          <ac:chgData name="Clementine DUCOURNAU" userId="S::cducournau@diginamic-formation.fr::2cef4c7a-fa0a-4965-8e75-6db17b4e93b1" providerId="AD" clId="Web-{3040E885-C9A2-E75A-80E7-2BF3A964F9D4}" dt="2023-05-05T10:37:02.777" v="279"/>
          <ac:spMkLst>
            <pc:docMk/>
            <pc:sldMk cId="2528991447" sldId="262"/>
            <ac:spMk id="29" creationId="{2B97F24A-32CE-4C1C-A50D-3016B394DCFB}"/>
          </ac:spMkLst>
        </pc:spChg>
        <pc:spChg chg="add">
          <ac:chgData name="Clementine DUCOURNAU" userId="S::cducournau@diginamic-formation.fr::2cef4c7a-fa0a-4965-8e75-6db17b4e93b1" providerId="AD" clId="Web-{3040E885-C9A2-E75A-80E7-2BF3A964F9D4}" dt="2023-05-05T10:37:02.777" v="279"/>
          <ac:spMkLst>
            <pc:docMk/>
            <pc:sldMk cId="2528991447" sldId="262"/>
            <ac:spMk id="31" creationId="{CD8B4F24-440B-49E9-B85D-733523DC064B}"/>
          </ac:spMkLst>
        </pc:spChg>
        <pc:picChg chg="mod">
          <ac:chgData name="Clementine DUCOURNAU" userId="S::cducournau@diginamic-formation.fr::2cef4c7a-fa0a-4965-8e75-6db17b4e93b1" providerId="AD" clId="Web-{3040E885-C9A2-E75A-80E7-2BF3A964F9D4}" dt="2023-05-05T10:37:02.777" v="279"/>
          <ac:picMkLst>
            <pc:docMk/>
            <pc:sldMk cId="2528991447" sldId="262"/>
            <ac:picMk id="6" creationId="{7D913B77-2A9C-30BB-AA6F-6E1406C8ECF3}"/>
          </ac:picMkLst>
        </pc:picChg>
      </pc:sldChg>
      <pc:sldChg chg="modSp del">
        <pc:chgData name="Clementine DUCOURNAU" userId="S::cducournau@diginamic-formation.fr::2cef4c7a-fa0a-4965-8e75-6db17b4e93b1" providerId="AD" clId="Web-{3040E885-C9A2-E75A-80E7-2BF3A964F9D4}" dt="2023-05-05T08:40:20.349" v="76"/>
        <pc:sldMkLst>
          <pc:docMk/>
          <pc:sldMk cId="2224905210" sldId="263"/>
        </pc:sldMkLst>
        <pc:spChg chg="mod">
          <ac:chgData name="Clementine DUCOURNAU" userId="S::cducournau@diginamic-formation.fr::2cef4c7a-fa0a-4965-8e75-6db17b4e93b1" providerId="AD" clId="Web-{3040E885-C9A2-E75A-80E7-2BF3A964F9D4}" dt="2023-05-05T08:12:03.051" v="42" actId="20577"/>
          <ac:spMkLst>
            <pc:docMk/>
            <pc:sldMk cId="2224905210" sldId="263"/>
            <ac:spMk id="2" creationId="{39E5D623-A4A7-1A5E-28D8-F24507107AB1}"/>
          </ac:spMkLst>
        </pc:spChg>
      </pc:sldChg>
      <pc:sldChg chg="addSp delSp modSp mod setBg">
        <pc:chgData name="Clementine DUCOURNAU" userId="S::cducournau@diginamic-formation.fr::2cef4c7a-fa0a-4965-8e75-6db17b4e93b1" providerId="AD" clId="Web-{3040E885-C9A2-E75A-80E7-2BF3A964F9D4}" dt="2023-05-05T10:53:51.680" v="400" actId="20577"/>
        <pc:sldMkLst>
          <pc:docMk/>
          <pc:sldMk cId="3927572533" sldId="264"/>
        </pc:sldMkLst>
        <pc:spChg chg="mod">
          <ac:chgData name="Clementine DUCOURNAU" userId="S::cducournau@diginamic-formation.fr::2cef4c7a-fa0a-4965-8e75-6db17b4e93b1" providerId="AD" clId="Web-{3040E885-C9A2-E75A-80E7-2BF3A964F9D4}" dt="2023-05-05T10:53:21.022" v="378"/>
          <ac:spMkLst>
            <pc:docMk/>
            <pc:sldMk cId="3927572533" sldId="264"/>
            <ac:spMk id="2" creationId="{B3ADDCB1-4A78-2C39-B02D-C6A234386E12}"/>
          </ac:spMkLst>
        </pc:spChg>
        <pc:spChg chg="mod">
          <ac:chgData name="Clementine DUCOURNAU" userId="S::cducournau@diginamic-formation.fr::2cef4c7a-fa0a-4965-8e75-6db17b4e93b1" providerId="AD" clId="Web-{3040E885-C9A2-E75A-80E7-2BF3A964F9D4}" dt="2023-05-05T10:53:21.022" v="378"/>
          <ac:spMkLst>
            <pc:docMk/>
            <pc:sldMk cId="3927572533" sldId="264"/>
            <ac:spMk id="4" creationId="{C866A9FE-8D96-6D6E-D94F-E79EC1BC3CA0}"/>
          </ac:spMkLst>
        </pc:spChg>
        <pc:spChg chg="mod">
          <ac:chgData name="Clementine DUCOURNAU" userId="S::cducournau@diginamic-formation.fr::2cef4c7a-fa0a-4965-8e75-6db17b4e93b1" providerId="AD" clId="Web-{3040E885-C9A2-E75A-80E7-2BF3A964F9D4}" dt="2023-05-05T10:53:21.022" v="378"/>
          <ac:spMkLst>
            <pc:docMk/>
            <pc:sldMk cId="3927572533" sldId="264"/>
            <ac:spMk id="5" creationId="{DF43A519-CA4E-100A-AE9D-D58C1022FF7C}"/>
          </ac:spMkLst>
        </pc:spChg>
        <pc:spChg chg="add del">
          <ac:chgData name="Clementine DUCOURNAU" userId="S::cducournau@diginamic-formation.fr::2cef4c7a-fa0a-4965-8e75-6db17b4e93b1" providerId="AD" clId="Web-{3040E885-C9A2-E75A-80E7-2BF3A964F9D4}" dt="2023-05-05T09:25:40.867" v="202"/>
          <ac:spMkLst>
            <pc:docMk/>
            <pc:sldMk cId="3927572533" sldId="264"/>
            <ac:spMk id="10" creationId="{C9D59521-AC3F-0066-21A3-D1FD06425F10}"/>
          </ac:spMkLst>
        </pc:spChg>
        <pc:spChg chg="add del">
          <ac:chgData name="Clementine DUCOURNAU" userId="S::cducournau@diginamic-formation.fr::2cef4c7a-fa0a-4965-8e75-6db17b4e93b1" providerId="AD" clId="Web-{3040E885-C9A2-E75A-80E7-2BF3A964F9D4}" dt="2023-05-05T09:25:40.867" v="202"/>
          <ac:spMkLst>
            <pc:docMk/>
            <pc:sldMk cId="3927572533" sldId="264"/>
            <ac:spMk id="13" creationId="{743AA782-23D1-4521-8CAD-47662984AA08}"/>
          </ac:spMkLst>
        </pc:spChg>
        <pc:spChg chg="add del">
          <ac:chgData name="Clementine DUCOURNAU" userId="S::cducournau@diginamic-formation.fr::2cef4c7a-fa0a-4965-8e75-6db17b4e93b1" providerId="AD" clId="Web-{3040E885-C9A2-E75A-80E7-2BF3A964F9D4}" dt="2023-05-05T09:25:40.867" v="202"/>
          <ac:spMkLst>
            <pc:docMk/>
            <pc:sldMk cId="3927572533" sldId="264"/>
            <ac:spMk id="15" creationId="{71877DBC-BB60-40F0-AC93-2ACDBAAE60CE}"/>
          </ac:spMkLst>
        </pc:spChg>
        <pc:spChg chg="add del">
          <ac:chgData name="Clementine DUCOURNAU" userId="S::cducournau@diginamic-formation.fr::2cef4c7a-fa0a-4965-8e75-6db17b4e93b1" providerId="AD" clId="Web-{3040E885-C9A2-E75A-80E7-2BF3A964F9D4}" dt="2023-05-05T10:53:21.022" v="378"/>
          <ac:spMkLst>
            <pc:docMk/>
            <pc:sldMk cId="3927572533" sldId="264"/>
            <ac:spMk id="20" creationId="{665DBBEF-238B-476B-96AB-8AAC3224ECEA}"/>
          </ac:spMkLst>
        </pc:spChg>
        <pc:spChg chg="add del">
          <ac:chgData name="Clementine DUCOURNAU" userId="S::cducournau@diginamic-formation.fr::2cef4c7a-fa0a-4965-8e75-6db17b4e93b1" providerId="AD" clId="Web-{3040E885-C9A2-E75A-80E7-2BF3A964F9D4}" dt="2023-05-05T10:53:21.022" v="378"/>
          <ac:spMkLst>
            <pc:docMk/>
            <pc:sldMk cId="3927572533" sldId="264"/>
            <ac:spMk id="22" creationId="{3FCFB1DE-0B7E-48CC-BA90-B2AB0889F9D6}"/>
          </ac:spMkLst>
        </pc:spChg>
        <pc:spChg chg="add mod">
          <ac:chgData name="Clementine DUCOURNAU" userId="S::cducournau@diginamic-formation.fr::2cef4c7a-fa0a-4965-8e75-6db17b4e93b1" providerId="AD" clId="Web-{3040E885-C9A2-E75A-80E7-2BF3A964F9D4}" dt="2023-05-05T10:53:51.680" v="400" actId="20577"/>
          <ac:spMkLst>
            <pc:docMk/>
            <pc:sldMk cId="3927572533" sldId="264"/>
            <ac:spMk id="26" creationId="{5997FCA6-2ABD-FD79-E7B9-E5D4EE0975CE}"/>
          </ac:spMkLst>
        </pc:spChg>
        <pc:spChg chg="add">
          <ac:chgData name="Clementine DUCOURNAU" userId="S::cducournau@diginamic-formation.fr::2cef4c7a-fa0a-4965-8e75-6db17b4e93b1" providerId="AD" clId="Web-{3040E885-C9A2-E75A-80E7-2BF3A964F9D4}" dt="2023-05-05T10:53:21.022" v="378"/>
          <ac:spMkLst>
            <pc:docMk/>
            <pc:sldMk cId="3927572533" sldId="264"/>
            <ac:spMk id="29" creationId="{743AA782-23D1-4521-8CAD-47662984AA08}"/>
          </ac:spMkLst>
        </pc:spChg>
        <pc:spChg chg="add">
          <ac:chgData name="Clementine DUCOURNAU" userId="S::cducournau@diginamic-formation.fr::2cef4c7a-fa0a-4965-8e75-6db17b4e93b1" providerId="AD" clId="Web-{3040E885-C9A2-E75A-80E7-2BF3A964F9D4}" dt="2023-05-05T10:53:21.022" v="378"/>
          <ac:spMkLst>
            <pc:docMk/>
            <pc:sldMk cId="3927572533" sldId="264"/>
            <ac:spMk id="31" creationId="{71877DBC-BB60-40F0-AC93-2ACDBAAE60CE}"/>
          </ac:spMkLst>
        </pc:spChg>
        <pc:picChg chg="mod">
          <ac:chgData name="Clementine DUCOURNAU" userId="S::cducournau@diginamic-formation.fr::2cef4c7a-fa0a-4965-8e75-6db17b4e93b1" providerId="AD" clId="Web-{3040E885-C9A2-E75A-80E7-2BF3A964F9D4}" dt="2023-05-05T10:53:21.022" v="378"/>
          <ac:picMkLst>
            <pc:docMk/>
            <pc:sldMk cId="3927572533" sldId="264"/>
            <ac:picMk id="6" creationId="{F2029762-92DF-584C-C5B0-884BD44FCAC1}"/>
          </ac:picMkLst>
        </pc:picChg>
      </pc:sldChg>
      <pc:sldChg chg="addSp modSp mod setBg">
        <pc:chgData name="Clementine DUCOURNAU" userId="S::cducournau@diginamic-formation.fr::2cef4c7a-fa0a-4965-8e75-6db17b4e93b1" providerId="AD" clId="Web-{3040E885-C9A2-E75A-80E7-2BF3A964F9D4}" dt="2023-05-05T10:55:51.174" v="423" actId="20577"/>
        <pc:sldMkLst>
          <pc:docMk/>
          <pc:sldMk cId="315302322" sldId="265"/>
        </pc:sldMkLst>
        <pc:spChg chg="mod">
          <ac:chgData name="Clementine DUCOURNAU" userId="S::cducournau@diginamic-formation.fr::2cef4c7a-fa0a-4965-8e75-6db17b4e93b1" providerId="AD" clId="Web-{3040E885-C9A2-E75A-80E7-2BF3A964F9D4}" dt="2023-05-05T09:16:09.293" v="117"/>
          <ac:spMkLst>
            <pc:docMk/>
            <pc:sldMk cId="315302322" sldId="265"/>
            <ac:spMk id="2" creationId="{41D43B09-8F0B-A993-0110-51F1079E4511}"/>
          </ac:spMkLst>
        </pc:spChg>
        <pc:spChg chg="mod">
          <ac:chgData name="Clementine DUCOURNAU" userId="S::cducournau@diginamic-formation.fr::2cef4c7a-fa0a-4965-8e75-6db17b4e93b1" providerId="AD" clId="Web-{3040E885-C9A2-E75A-80E7-2BF3A964F9D4}" dt="2023-05-05T09:16:09.293" v="117"/>
          <ac:spMkLst>
            <pc:docMk/>
            <pc:sldMk cId="315302322" sldId="265"/>
            <ac:spMk id="4" creationId="{A6B2AC29-E076-AF04-BBD6-EF76BB45ACAD}"/>
          </ac:spMkLst>
        </pc:spChg>
        <pc:spChg chg="mod">
          <ac:chgData name="Clementine DUCOURNAU" userId="S::cducournau@diginamic-formation.fr::2cef4c7a-fa0a-4965-8e75-6db17b4e93b1" providerId="AD" clId="Web-{3040E885-C9A2-E75A-80E7-2BF3A964F9D4}" dt="2023-05-05T09:16:09.293" v="117"/>
          <ac:spMkLst>
            <pc:docMk/>
            <pc:sldMk cId="315302322" sldId="265"/>
            <ac:spMk id="5" creationId="{7499B136-6916-270E-7DD6-93DA2F7A30AE}"/>
          </ac:spMkLst>
        </pc:spChg>
        <pc:spChg chg="add mod">
          <ac:chgData name="Clementine DUCOURNAU" userId="S::cducournau@diginamic-formation.fr::2cef4c7a-fa0a-4965-8e75-6db17b4e93b1" providerId="AD" clId="Web-{3040E885-C9A2-E75A-80E7-2BF3A964F9D4}" dt="2023-05-05T10:55:51.174" v="423" actId="20577"/>
          <ac:spMkLst>
            <pc:docMk/>
            <pc:sldMk cId="315302322" sldId="265"/>
            <ac:spMk id="10" creationId="{7239C44B-9185-E967-C773-5F9D7C0020F8}"/>
          </ac:spMkLst>
        </pc:spChg>
        <pc:spChg chg="add">
          <ac:chgData name="Clementine DUCOURNAU" userId="S::cducournau@diginamic-formation.fr::2cef4c7a-fa0a-4965-8e75-6db17b4e93b1" providerId="AD" clId="Web-{3040E885-C9A2-E75A-80E7-2BF3A964F9D4}" dt="2023-05-05T09:16:09.293" v="117"/>
          <ac:spMkLst>
            <pc:docMk/>
            <pc:sldMk cId="315302322" sldId="265"/>
            <ac:spMk id="13" creationId="{743AA782-23D1-4521-8CAD-47662984AA08}"/>
          </ac:spMkLst>
        </pc:spChg>
        <pc:spChg chg="add">
          <ac:chgData name="Clementine DUCOURNAU" userId="S::cducournau@diginamic-formation.fr::2cef4c7a-fa0a-4965-8e75-6db17b4e93b1" providerId="AD" clId="Web-{3040E885-C9A2-E75A-80E7-2BF3A964F9D4}" dt="2023-05-05T09:16:09.293" v="117"/>
          <ac:spMkLst>
            <pc:docMk/>
            <pc:sldMk cId="315302322" sldId="265"/>
            <ac:spMk id="15" creationId="{71877DBC-BB60-40F0-AC93-2ACDBAAE60CE}"/>
          </ac:spMkLst>
        </pc:spChg>
        <pc:picChg chg="mod">
          <ac:chgData name="Clementine DUCOURNAU" userId="S::cducournau@diginamic-formation.fr::2cef4c7a-fa0a-4965-8e75-6db17b4e93b1" providerId="AD" clId="Web-{3040E885-C9A2-E75A-80E7-2BF3A964F9D4}" dt="2023-05-05T09:16:09.293" v="117"/>
          <ac:picMkLst>
            <pc:docMk/>
            <pc:sldMk cId="315302322" sldId="265"/>
            <ac:picMk id="6" creationId="{6B522D4A-26B1-AA07-B8EF-8310FBB5A9E1}"/>
          </ac:picMkLst>
        </pc:picChg>
      </pc:sldChg>
      <pc:sldChg chg="add del">
        <pc:chgData name="Clementine DUCOURNAU" userId="S::cducournau@diginamic-formation.fr::2cef4c7a-fa0a-4965-8e75-6db17b4e93b1" providerId="AD" clId="Web-{3040E885-C9A2-E75A-80E7-2BF3A964F9D4}" dt="2023-05-05T09:22:23.415" v="130"/>
        <pc:sldMkLst>
          <pc:docMk/>
          <pc:sldMk cId="815064752" sldId="266"/>
        </pc:sldMkLst>
      </pc:sldChg>
      <pc:sldChg chg="addSp modSp mod setBg">
        <pc:chgData name="Clementine DUCOURNAU" userId="S::cducournau@diginamic-formation.fr::2cef4c7a-fa0a-4965-8e75-6db17b4e93b1" providerId="AD" clId="Web-{3040E885-C9A2-E75A-80E7-2BF3A964F9D4}" dt="2023-05-05T12:18:17.990" v="586"/>
        <pc:sldMkLst>
          <pc:docMk/>
          <pc:sldMk cId="3664866266" sldId="267"/>
        </pc:sldMkLst>
        <pc:spChg chg="mod">
          <ac:chgData name="Clementine DUCOURNAU" userId="S::cducournau@diginamic-formation.fr::2cef4c7a-fa0a-4965-8e75-6db17b4e93b1" providerId="AD" clId="Web-{3040E885-C9A2-E75A-80E7-2BF3A964F9D4}" dt="2023-05-05T12:18:17.990" v="586"/>
          <ac:spMkLst>
            <pc:docMk/>
            <pc:sldMk cId="3664866266" sldId="267"/>
            <ac:spMk id="2" creationId="{0D9DC9E7-236E-9B34-87A2-E2DB950A5C48}"/>
          </ac:spMkLst>
        </pc:spChg>
        <pc:spChg chg="mod">
          <ac:chgData name="Clementine DUCOURNAU" userId="S::cducournau@diginamic-formation.fr::2cef4c7a-fa0a-4965-8e75-6db17b4e93b1" providerId="AD" clId="Web-{3040E885-C9A2-E75A-80E7-2BF3A964F9D4}" dt="2023-05-05T12:18:17.990" v="586"/>
          <ac:spMkLst>
            <pc:docMk/>
            <pc:sldMk cId="3664866266" sldId="267"/>
            <ac:spMk id="3" creationId="{DEABA08A-6C61-7EDC-B4AB-197A90796DC4}"/>
          </ac:spMkLst>
        </pc:spChg>
        <pc:spChg chg="mod">
          <ac:chgData name="Clementine DUCOURNAU" userId="S::cducournau@diginamic-formation.fr::2cef4c7a-fa0a-4965-8e75-6db17b4e93b1" providerId="AD" clId="Web-{3040E885-C9A2-E75A-80E7-2BF3A964F9D4}" dt="2023-05-05T12:18:17.990" v="586"/>
          <ac:spMkLst>
            <pc:docMk/>
            <pc:sldMk cId="3664866266" sldId="267"/>
            <ac:spMk id="4" creationId="{F241427E-B3B1-4B74-0D2A-9ACE3F583346}"/>
          </ac:spMkLst>
        </pc:spChg>
        <pc:spChg chg="mod">
          <ac:chgData name="Clementine DUCOURNAU" userId="S::cducournau@diginamic-formation.fr::2cef4c7a-fa0a-4965-8e75-6db17b4e93b1" providerId="AD" clId="Web-{3040E885-C9A2-E75A-80E7-2BF3A964F9D4}" dt="2023-05-05T12:18:17.990" v="586"/>
          <ac:spMkLst>
            <pc:docMk/>
            <pc:sldMk cId="3664866266" sldId="267"/>
            <ac:spMk id="5" creationId="{08C79C64-9DA1-BE30-1CC2-2ECDE29D4881}"/>
          </ac:spMkLst>
        </pc:spChg>
        <pc:spChg chg="add">
          <ac:chgData name="Clementine DUCOURNAU" userId="S::cducournau@diginamic-formation.fr::2cef4c7a-fa0a-4965-8e75-6db17b4e93b1" providerId="AD" clId="Web-{3040E885-C9A2-E75A-80E7-2BF3A964F9D4}" dt="2023-05-05T12:18:17.990" v="586"/>
          <ac:spMkLst>
            <pc:docMk/>
            <pc:sldMk cId="3664866266" sldId="267"/>
            <ac:spMk id="10" creationId="{100EDD19-6802-4EC3-95CE-CFFAB042CFD6}"/>
          </ac:spMkLst>
        </pc:spChg>
        <pc:spChg chg="add">
          <ac:chgData name="Clementine DUCOURNAU" userId="S::cducournau@diginamic-formation.fr::2cef4c7a-fa0a-4965-8e75-6db17b4e93b1" providerId="AD" clId="Web-{3040E885-C9A2-E75A-80E7-2BF3A964F9D4}" dt="2023-05-05T12:18:17.990" v="586"/>
          <ac:spMkLst>
            <pc:docMk/>
            <pc:sldMk cId="3664866266" sldId="267"/>
            <ac:spMk id="12" creationId="{DB17E863-922E-4C26-BD64-E8FD41D28661}"/>
          </ac:spMkLst>
        </pc:spChg>
      </pc:sldChg>
      <pc:sldChg chg="addSp delSp modSp mod setBg">
        <pc:chgData name="Clementine DUCOURNAU" userId="S::cducournau@diginamic-formation.fr::2cef4c7a-fa0a-4965-8e75-6db17b4e93b1" providerId="AD" clId="Web-{3040E885-C9A2-E75A-80E7-2BF3A964F9D4}" dt="2023-05-05T12:03:44.104" v="554"/>
        <pc:sldMkLst>
          <pc:docMk/>
          <pc:sldMk cId="767142401" sldId="268"/>
        </pc:sldMkLst>
        <pc:spChg chg="mod">
          <ac:chgData name="Clementine DUCOURNAU" userId="S::cducournau@diginamic-formation.fr::2cef4c7a-fa0a-4965-8e75-6db17b4e93b1" providerId="AD" clId="Web-{3040E885-C9A2-E75A-80E7-2BF3A964F9D4}" dt="2023-05-05T12:03:44.104" v="554"/>
          <ac:spMkLst>
            <pc:docMk/>
            <pc:sldMk cId="767142401" sldId="268"/>
            <ac:spMk id="2" creationId="{0C6A827E-4179-8E06-988B-61A9A2FB95A8}"/>
          </ac:spMkLst>
        </pc:spChg>
        <pc:spChg chg="del">
          <ac:chgData name="Clementine DUCOURNAU" userId="S::cducournau@diginamic-formation.fr::2cef4c7a-fa0a-4965-8e75-6db17b4e93b1" providerId="AD" clId="Web-{3040E885-C9A2-E75A-80E7-2BF3A964F9D4}" dt="2023-05-05T12:03:44.104" v="554"/>
          <ac:spMkLst>
            <pc:docMk/>
            <pc:sldMk cId="767142401" sldId="268"/>
            <ac:spMk id="3" creationId="{15B4C720-02E4-A7B1-740C-A83F87FCC1A3}"/>
          </ac:spMkLst>
        </pc:spChg>
        <pc:spChg chg="mod">
          <ac:chgData name="Clementine DUCOURNAU" userId="S::cducournau@diginamic-formation.fr::2cef4c7a-fa0a-4965-8e75-6db17b4e93b1" providerId="AD" clId="Web-{3040E885-C9A2-E75A-80E7-2BF3A964F9D4}" dt="2023-05-05T12:03:44.104" v="554"/>
          <ac:spMkLst>
            <pc:docMk/>
            <pc:sldMk cId="767142401" sldId="268"/>
            <ac:spMk id="4" creationId="{CE553316-0B23-ECCE-745B-481819A1E835}"/>
          </ac:spMkLst>
        </pc:spChg>
        <pc:spChg chg="mod">
          <ac:chgData name="Clementine DUCOURNAU" userId="S::cducournau@diginamic-formation.fr::2cef4c7a-fa0a-4965-8e75-6db17b4e93b1" providerId="AD" clId="Web-{3040E885-C9A2-E75A-80E7-2BF3A964F9D4}" dt="2023-05-05T12:03:44.104" v="554"/>
          <ac:spMkLst>
            <pc:docMk/>
            <pc:sldMk cId="767142401" sldId="268"/>
            <ac:spMk id="5" creationId="{B7F9AF63-D0F5-D3BA-2B59-68C237D95E4A}"/>
          </ac:spMkLst>
        </pc:spChg>
        <pc:spChg chg="add">
          <ac:chgData name="Clementine DUCOURNAU" userId="S::cducournau@diginamic-formation.fr::2cef4c7a-fa0a-4965-8e75-6db17b4e93b1" providerId="AD" clId="Web-{3040E885-C9A2-E75A-80E7-2BF3A964F9D4}" dt="2023-05-05T12:03:44.104" v="554"/>
          <ac:spMkLst>
            <pc:docMk/>
            <pc:sldMk cId="767142401" sldId="268"/>
            <ac:spMk id="10" creationId="{ED8E54F9-849C-4865-8C5E-FD967B81D756}"/>
          </ac:spMkLst>
        </pc:spChg>
        <pc:spChg chg="add">
          <ac:chgData name="Clementine DUCOURNAU" userId="S::cducournau@diginamic-formation.fr::2cef4c7a-fa0a-4965-8e75-6db17b4e93b1" providerId="AD" clId="Web-{3040E885-C9A2-E75A-80E7-2BF3A964F9D4}" dt="2023-05-05T12:03:44.104" v="554"/>
          <ac:spMkLst>
            <pc:docMk/>
            <pc:sldMk cId="767142401" sldId="268"/>
            <ac:spMk id="12" creationId="{391AE6B3-1D2D-4C67-A4DB-888635B527AC}"/>
          </ac:spMkLst>
        </pc:spChg>
        <pc:spChg chg="add">
          <ac:chgData name="Clementine DUCOURNAU" userId="S::cducournau@diginamic-formation.fr::2cef4c7a-fa0a-4965-8e75-6db17b4e93b1" providerId="AD" clId="Web-{3040E885-C9A2-E75A-80E7-2BF3A964F9D4}" dt="2023-05-05T12:03:44.104" v="554"/>
          <ac:spMkLst>
            <pc:docMk/>
            <pc:sldMk cId="767142401" sldId="268"/>
            <ac:spMk id="14" creationId="{6D080EC2-42B5-4E04-BBF7-F0BC5CB7C997}"/>
          </ac:spMkLst>
        </pc:spChg>
      </pc:sldChg>
      <pc:sldChg chg="addSp modSp mod setBg">
        <pc:chgData name="Clementine DUCOURNAU" userId="S::cducournau@diginamic-formation.fr::2cef4c7a-fa0a-4965-8e75-6db17b4e93b1" providerId="AD" clId="Web-{3040E885-C9A2-E75A-80E7-2BF3A964F9D4}" dt="2023-05-05T12:26:42.301" v="594" actId="20577"/>
        <pc:sldMkLst>
          <pc:docMk/>
          <pc:sldMk cId="1017123410" sldId="269"/>
        </pc:sldMkLst>
        <pc:spChg chg="mod">
          <ac:chgData name="Clementine DUCOURNAU" userId="S::cducournau@diginamic-formation.fr::2cef4c7a-fa0a-4965-8e75-6db17b4e93b1" providerId="AD" clId="Web-{3040E885-C9A2-E75A-80E7-2BF3A964F9D4}" dt="2023-05-05T09:29:11.570" v="251" actId="1076"/>
          <ac:spMkLst>
            <pc:docMk/>
            <pc:sldMk cId="1017123410" sldId="269"/>
            <ac:spMk id="2" creationId="{7DAF2AD5-EB61-B6D3-5944-9BEF9A6ED025}"/>
          </ac:spMkLst>
        </pc:spChg>
        <pc:spChg chg="mod">
          <ac:chgData name="Clementine DUCOURNAU" userId="S::cducournau@diginamic-formation.fr::2cef4c7a-fa0a-4965-8e75-6db17b4e93b1" providerId="AD" clId="Web-{3040E885-C9A2-E75A-80E7-2BF3A964F9D4}" dt="2023-05-05T12:26:42.301" v="594" actId="20577"/>
          <ac:spMkLst>
            <pc:docMk/>
            <pc:sldMk cId="1017123410" sldId="269"/>
            <ac:spMk id="3" creationId="{D4D23E1A-E076-0F9E-8802-A7B76BE073CF}"/>
          </ac:spMkLst>
        </pc:spChg>
        <pc:spChg chg="mod">
          <ac:chgData name="Clementine DUCOURNAU" userId="S::cducournau@diginamic-formation.fr::2cef4c7a-fa0a-4965-8e75-6db17b4e93b1" providerId="AD" clId="Web-{3040E885-C9A2-E75A-80E7-2BF3A964F9D4}" dt="2023-05-05T09:15:15.508" v="109"/>
          <ac:spMkLst>
            <pc:docMk/>
            <pc:sldMk cId="1017123410" sldId="269"/>
            <ac:spMk id="4" creationId="{0E83F604-681D-3AC1-386A-CA87AAE73B66}"/>
          </ac:spMkLst>
        </pc:spChg>
        <pc:spChg chg="mod">
          <ac:chgData name="Clementine DUCOURNAU" userId="S::cducournau@diginamic-formation.fr::2cef4c7a-fa0a-4965-8e75-6db17b4e93b1" providerId="AD" clId="Web-{3040E885-C9A2-E75A-80E7-2BF3A964F9D4}" dt="2023-05-05T09:15:15.508" v="109"/>
          <ac:spMkLst>
            <pc:docMk/>
            <pc:sldMk cId="1017123410" sldId="269"/>
            <ac:spMk id="5" creationId="{39DCA093-29E2-24C7-B4D8-4E4A933B7554}"/>
          </ac:spMkLst>
        </pc:spChg>
        <pc:spChg chg="add">
          <ac:chgData name="Clementine DUCOURNAU" userId="S::cducournau@diginamic-formation.fr::2cef4c7a-fa0a-4965-8e75-6db17b4e93b1" providerId="AD" clId="Web-{3040E885-C9A2-E75A-80E7-2BF3A964F9D4}" dt="2023-05-05T09:15:15.508" v="109"/>
          <ac:spMkLst>
            <pc:docMk/>
            <pc:sldMk cId="1017123410" sldId="269"/>
            <ac:spMk id="10" creationId="{100EDD19-6802-4EC3-95CE-CFFAB042CFD6}"/>
          </ac:spMkLst>
        </pc:spChg>
        <pc:spChg chg="add">
          <ac:chgData name="Clementine DUCOURNAU" userId="S::cducournau@diginamic-formation.fr::2cef4c7a-fa0a-4965-8e75-6db17b4e93b1" providerId="AD" clId="Web-{3040E885-C9A2-E75A-80E7-2BF3A964F9D4}" dt="2023-05-05T09:15:15.508" v="109"/>
          <ac:spMkLst>
            <pc:docMk/>
            <pc:sldMk cId="1017123410" sldId="269"/>
            <ac:spMk id="12" creationId="{DB17E863-922E-4C26-BD64-E8FD41D28661}"/>
          </ac:spMkLst>
        </pc:spChg>
      </pc:sldChg>
      <pc:sldChg chg="addSp delSp modSp new mod setBg">
        <pc:chgData name="Clementine DUCOURNAU" userId="S::cducournau@diginamic-formation.fr::2cef4c7a-fa0a-4965-8e75-6db17b4e93b1" providerId="AD" clId="Web-{3040E885-C9A2-E75A-80E7-2BF3A964F9D4}" dt="2023-05-05T09:22:17.211" v="129" actId="1076"/>
        <pc:sldMkLst>
          <pc:docMk/>
          <pc:sldMk cId="51343785" sldId="270"/>
        </pc:sldMkLst>
        <pc:spChg chg="mod">
          <ac:chgData name="Clementine DUCOURNAU" userId="S::cducournau@diginamic-formation.fr::2cef4c7a-fa0a-4965-8e75-6db17b4e93b1" providerId="AD" clId="Web-{3040E885-C9A2-E75A-80E7-2BF3A964F9D4}" dt="2023-05-05T09:22:00.913" v="126"/>
          <ac:spMkLst>
            <pc:docMk/>
            <pc:sldMk cId="51343785" sldId="270"/>
            <ac:spMk id="2" creationId="{5966CF71-213C-8920-25F5-0F0E821CBB76}"/>
          </ac:spMkLst>
        </pc:spChg>
        <pc:spChg chg="del">
          <ac:chgData name="Clementine DUCOURNAU" userId="S::cducournau@diginamic-formation.fr::2cef4c7a-fa0a-4965-8e75-6db17b4e93b1" providerId="AD" clId="Web-{3040E885-C9A2-E75A-80E7-2BF3A964F9D4}" dt="2023-05-05T09:10:39.034" v="95"/>
          <ac:spMkLst>
            <pc:docMk/>
            <pc:sldMk cId="51343785" sldId="270"/>
            <ac:spMk id="3" creationId="{598A595E-CD5A-4A62-FAF1-4FED8A20EE25}"/>
          </ac:spMkLst>
        </pc:spChg>
        <pc:spChg chg="mod">
          <ac:chgData name="Clementine DUCOURNAU" userId="S::cducournau@diginamic-formation.fr::2cef4c7a-fa0a-4965-8e75-6db17b4e93b1" providerId="AD" clId="Web-{3040E885-C9A2-E75A-80E7-2BF3A964F9D4}" dt="2023-05-05T09:22:00.913" v="126"/>
          <ac:spMkLst>
            <pc:docMk/>
            <pc:sldMk cId="51343785" sldId="270"/>
            <ac:spMk id="4" creationId="{CAF09E10-1165-5C5C-447D-BA8A24F7DE6D}"/>
          </ac:spMkLst>
        </pc:spChg>
        <pc:spChg chg="mod">
          <ac:chgData name="Clementine DUCOURNAU" userId="S::cducournau@diginamic-formation.fr::2cef4c7a-fa0a-4965-8e75-6db17b4e93b1" providerId="AD" clId="Web-{3040E885-C9A2-E75A-80E7-2BF3A964F9D4}" dt="2023-05-05T09:22:00.913" v="126"/>
          <ac:spMkLst>
            <pc:docMk/>
            <pc:sldMk cId="51343785" sldId="270"/>
            <ac:spMk id="5" creationId="{8A7A99F4-C12D-065C-23A4-EC52B51C1617}"/>
          </ac:spMkLst>
        </pc:spChg>
        <pc:spChg chg="add">
          <ac:chgData name="Clementine DUCOURNAU" userId="S::cducournau@diginamic-formation.fr::2cef4c7a-fa0a-4965-8e75-6db17b4e93b1" providerId="AD" clId="Web-{3040E885-C9A2-E75A-80E7-2BF3A964F9D4}" dt="2023-05-05T09:22:00.913" v="126"/>
          <ac:spMkLst>
            <pc:docMk/>
            <pc:sldMk cId="51343785" sldId="270"/>
            <ac:spMk id="9" creationId="{69D47016-023F-44BD-981C-50E7A10A6609}"/>
          </ac:spMkLst>
        </pc:spChg>
        <pc:spChg chg="add">
          <ac:chgData name="Clementine DUCOURNAU" userId="S::cducournau@diginamic-formation.fr::2cef4c7a-fa0a-4965-8e75-6db17b4e93b1" providerId="AD" clId="Web-{3040E885-C9A2-E75A-80E7-2BF3A964F9D4}" dt="2023-05-05T09:22:00.913" v="126"/>
          <ac:spMkLst>
            <pc:docMk/>
            <pc:sldMk cId="51343785" sldId="270"/>
            <ac:spMk id="11" creationId="{7D82FA23-9ACF-F55B-25C8-1AA8A9A20398}"/>
          </ac:spMkLst>
        </pc:spChg>
        <pc:spChg chg="add del">
          <ac:chgData name="Clementine DUCOURNAU" userId="S::cducournau@diginamic-formation.fr::2cef4c7a-fa0a-4965-8e75-6db17b4e93b1" providerId="AD" clId="Web-{3040E885-C9A2-E75A-80E7-2BF3A964F9D4}" dt="2023-05-05T09:21:37.865" v="125"/>
          <ac:spMkLst>
            <pc:docMk/>
            <pc:sldMk cId="51343785" sldId="270"/>
            <ac:spMk id="12" creationId="{D880886B-02ED-4317-9236-CB60C22CF7F3}"/>
          </ac:spMkLst>
        </pc:spChg>
        <pc:spChg chg="add del">
          <ac:chgData name="Clementine DUCOURNAU" userId="S::cducournau@diginamic-formation.fr::2cef4c7a-fa0a-4965-8e75-6db17b4e93b1" providerId="AD" clId="Web-{3040E885-C9A2-E75A-80E7-2BF3A964F9D4}" dt="2023-05-05T09:21:37.865" v="125"/>
          <ac:spMkLst>
            <pc:docMk/>
            <pc:sldMk cId="51343785" sldId="270"/>
            <ac:spMk id="14" creationId="{28C31856-6ABF-41FD-B683-B06E5FFF926B}"/>
          </ac:spMkLst>
        </pc:spChg>
        <pc:spChg chg="add">
          <ac:chgData name="Clementine DUCOURNAU" userId="S::cducournau@diginamic-formation.fr::2cef4c7a-fa0a-4965-8e75-6db17b4e93b1" providerId="AD" clId="Web-{3040E885-C9A2-E75A-80E7-2BF3A964F9D4}" dt="2023-05-05T09:22:00.913" v="126"/>
          <ac:spMkLst>
            <pc:docMk/>
            <pc:sldMk cId="51343785" sldId="270"/>
            <ac:spMk id="16" creationId="{6D8B37B0-0682-433E-BC8D-498C04ABD9A7}"/>
          </ac:spMkLst>
        </pc:spChg>
        <pc:spChg chg="add del">
          <ac:chgData name="Clementine DUCOURNAU" userId="S::cducournau@diginamic-formation.fr::2cef4c7a-fa0a-4965-8e75-6db17b4e93b1" providerId="AD" clId="Web-{3040E885-C9A2-E75A-80E7-2BF3A964F9D4}" dt="2023-05-05T09:21:34.630" v="123"/>
          <ac:spMkLst>
            <pc:docMk/>
            <pc:sldMk cId="51343785" sldId="270"/>
            <ac:spMk id="18" creationId="{8FE9C439-BD50-8BEE-0C1C-28D51083DF32}"/>
          </ac:spMkLst>
        </pc:spChg>
        <pc:spChg chg="add del">
          <ac:chgData name="Clementine DUCOURNAU" userId="S::cducournau@diginamic-formation.fr::2cef4c7a-fa0a-4965-8e75-6db17b4e93b1" providerId="AD" clId="Web-{3040E885-C9A2-E75A-80E7-2BF3A964F9D4}" dt="2023-05-05T09:21:34.630" v="123"/>
          <ac:spMkLst>
            <pc:docMk/>
            <pc:sldMk cId="51343785" sldId="270"/>
            <ac:spMk id="21" creationId="{A51A0227-072A-4F5F-928C-E2C3E5CCD10C}"/>
          </ac:spMkLst>
        </pc:spChg>
        <pc:spChg chg="add del">
          <ac:chgData name="Clementine DUCOURNAU" userId="S::cducournau@diginamic-formation.fr::2cef4c7a-fa0a-4965-8e75-6db17b4e93b1" providerId="AD" clId="Web-{3040E885-C9A2-E75A-80E7-2BF3A964F9D4}" dt="2023-05-05T09:21:34.630" v="123"/>
          <ac:spMkLst>
            <pc:docMk/>
            <pc:sldMk cId="51343785" sldId="270"/>
            <ac:spMk id="23" creationId="{35D99776-4B38-47DF-A302-11AD9AF87ACA}"/>
          </ac:spMkLst>
        </pc:spChg>
        <pc:picChg chg="add mod ord">
          <ac:chgData name="Clementine DUCOURNAU" userId="S::cducournau@diginamic-formation.fr::2cef4c7a-fa0a-4965-8e75-6db17b4e93b1" providerId="AD" clId="Web-{3040E885-C9A2-E75A-80E7-2BF3A964F9D4}" dt="2023-05-05T09:22:13.742" v="128" actId="1076"/>
          <ac:picMkLst>
            <pc:docMk/>
            <pc:sldMk cId="51343785" sldId="270"/>
            <ac:picMk id="6" creationId="{538E5DFB-3C1C-562C-F794-F655F74616B3}"/>
          </ac:picMkLst>
        </pc:picChg>
        <pc:picChg chg="add mod ord">
          <ac:chgData name="Clementine DUCOURNAU" userId="S::cducournau@diginamic-formation.fr::2cef4c7a-fa0a-4965-8e75-6db17b4e93b1" providerId="AD" clId="Web-{3040E885-C9A2-E75A-80E7-2BF3A964F9D4}" dt="2023-05-05T09:22:17.211" v="129" actId="1076"/>
          <ac:picMkLst>
            <pc:docMk/>
            <pc:sldMk cId="51343785" sldId="270"/>
            <ac:picMk id="7" creationId="{B85FAA0E-AF10-B26B-2952-4533E7A92149}"/>
          </ac:picMkLst>
        </pc:picChg>
      </pc:sldChg>
      <pc:sldChg chg="addSp delSp modSp new ord">
        <pc:chgData name="Clementine DUCOURNAU" userId="S::cducournau@diginamic-formation.fr::2cef4c7a-fa0a-4965-8e75-6db17b4e93b1" providerId="AD" clId="Web-{3040E885-C9A2-E75A-80E7-2BF3A964F9D4}" dt="2023-05-05T10:24:31.861" v="275"/>
        <pc:sldMkLst>
          <pc:docMk/>
          <pc:sldMk cId="2858419386" sldId="271"/>
        </pc:sldMkLst>
        <pc:spChg chg="mod">
          <ac:chgData name="Clementine DUCOURNAU" userId="S::cducournau@diginamic-formation.fr::2cef4c7a-fa0a-4965-8e75-6db17b4e93b1" providerId="AD" clId="Web-{3040E885-C9A2-E75A-80E7-2BF3A964F9D4}" dt="2023-05-05T10:23:51.264" v="272" actId="20577"/>
          <ac:spMkLst>
            <pc:docMk/>
            <pc:sldMk cId="2858419386" sldId="271"/>
            <ac:spMk id="2" creationId="{F522158B-40EA-4C9F-7400-76AE6B1C23FE}"/>
          </ac:spMkLst>
        </pc:spChg>
        <pc:spChg chg="del">
          <ac:chgData name="Clementine DUCOURNAU" userId="S::cducournau@diginamic-formation.fr::2cef4c7a-fa0a-4965-8e75-6db17b4e93b1" providerId="AD" clId="Web-{3040E885-C9A2-E75A-80E7-2BF3A964F9D4}" dt="2023-05-05T10:23:40.216" v="270"/>
          <ac:spMkLst>
            <pc:docMk/>
            <pc:sldMk cId="2858419386" sldId="271"/>
            <ac:spMk id="3" creationId="{C35B1DC4-09C1-B471-13A2-C673B6944CC5}"/>
          </ac:spMkLst>
        </pc:spChg>
        <pc:picChg chg="add mod ord modCrop">
          <ac:chgData name="Clementine DUCOURNAU" userId="S::cducournau@diginamic-formation.fr::2cef4c7a-fa0a-4965-8e75-6db17b4e93b1" providerId="AD" clId="Web-{3040E885-C9A2-E75A-80E7-2BF3A964F9D4}" dt="2023-05-05T10:24:17.876" v="274"/>
          <ac:picMkLst>
            <pc:docMk/>
            <pc:sldMk cId="2858419386" sldId="271"/>
            <ac:picMk id="6" creationId="{10AE8343-CD40-F9BF-67CF-4B7253BB8D14}"/>
          </ac:picMkLst>
        </pc:picChg>
      </pc:sldChg>
      <pc:sldChg chg="new del">
        <pc:chgData name="Clementine DUCOURNAU" userId="S::cducournau@diginamic-formation.fr::2cef4c7a-fa0a-4965-8e75-6db17b4e93b1" providerId="AD" clId="Web-{3040E885-C9A2-E75A-80E7-2BF3A964F9D4}" dt="2023-05-05T10:54:36.777" v="401"/>
        <pc:sldMkLst>
          <pc:docMk/>
          <pc:sldMk cId="3006327780" sldId="272"/>
        </pc:sldMkLst>
      </pc:sldChg>
      <pc:sldChg chg="addSp modSp new mod setBg">
        <pc:chgData name="Clementine DUCOURNAU" userId="S::cducournau@diginamic-formation.fr::2cef4c7a-fa0a-4965-8e75-6db17b4e93b1" providerId="AD" clId="Web-{3040E885-C9A2-E75A-80E7-2BF3A964F9D4}" dt="2023-05-05T12:51:49.128" v="597" actId="20577"/>
        <pc:sldMkLst>
          <pc:docMk/>
          <pc:sldMk cId="3347824121" sldId="272"/>
        </pc:sldMkLst>
        <pc:spChg chg="mod">
          <ac:chgData name="Clementine DUCOURNAU" userId="S::cducournau@diginamic-formation.fr::2cef4c7a-fa0a-4965-8e75-6db17b4e93b1" providerId="AD" clId="Web-{3040E885-C9A2-E75A-80E7-2BF3A964F9D4}" dt="2023-05-05T12:18:29.209" v="588"/>
          <ac:spMkLst>
            <pc:docMk/>
            <pc:sldMk cId="3347824121" sldId="272"/>
            <ac:spMk id="2" creationId="{663FF555-68F9-33F1-1722-DCF59B526E7E}"/>
          </ac:spMkLst>
        </pc:spChg>
        <pc:spChg chg="mod">
          <ac:chgData name="Clementine DUCOURNAU" userId="S::cducournau@diginamic-formation.fr::2cef4c7a-fa0a-4965-8e75-6db17b4e93b1" providerId="AD" clId="Web-{3040E885-C9A2-E75A-80E7-2BF3A964F9D4}" dt="2023-05-05T12:51:49.128" v="597" actId="20577"/>
          <ac:spMkLst>
            <pc:docMk/>
            <pc:sldMk cId="3347824121" sldId="272"/>
            <ac:spMk id="3" creationId="{9385FC15-2909-221D-9F2F-1FB26FDDB2DA}"/>
          </ac:spMkLst>
        </pc:spChg>
        <pc:spChg chg="mod">
          <ac:chgData name="Clementine DUCOURNAU" userId="S::cducournau@diginamic-formation.fr::2cef4c7a-fa0a-4965-8e75-6db17b4e93b1" providerId="AD" clId="Web-{3040E885-C9A2-E75A-80E7-2BF3A964F9D4}" dt="2023-05-05T12:18:29.209" v="588"/>
          <ac:spMkLst>
            <pc:docMk/>
            <pc:sldMk cId="3347824121" sldId="272"/>
            <ac:spMk id="4" creationId="{26A4F06B-2A63-A09E-0153-49D4B555618E}"/>
          </ac:spMkLst>
        </pc:spChg>
        <pc:spChg chg="mod">
          <ac:chgData name="Clementine DUCOURNAU" userId="S::cducournau@diginamic-formation.fr::2cef4c7a-fa0a-4965-8e75-6db17b4e93b1" providerId="AD" clId="Web-{3040E885-C9A2-E75A-80E7-2BF3A964F9D4}" dt="2023-05-05T12:18:29.209" v="588"/>
          <ac:spMkLst>
            <pc:docMk/>
            <pc:sldMk cId="3347824121" sldId="272"/>
            <ac:spMk id="5" creationId="{4476217D-AB07-0973-F7BE-A46D34B67F88}"/>
          </ac:spMkLst>
        </pc:spChg>
        <pc:spChg chg="add">
          <ac:chgData name="Clementine DUCOURNAU" userId="S::cducournau@diginamic-formation.fr::2cef4c7a-fa0a-4965-8e75-6db17b4e93b1" providerId="AD" clId="Web-{3040E885-C9A2-E75A-80E7-2BF3A964F9D4}" dt="2023-05-05T12:18:29.209" v="588"/>
          <ac:spMkLst>
            <pc:docMk/>
            <pc:sldMk cId="3347824121" sldId="272"/>
            <ac:spMk id="10" creationId="{100EDD19-6802-4EC3-95CE-CFFAB042CFD6}"/>
          </ac:spMkLst>
        </pc:spChg>
        <pc:spChg chg="add">
          <ac:chgData name="Clementine DUCOURNAU" userId="S::cducournau@diginamic-formation.fr::2cef4c7a-fa0a-4965-8e75-6db17b4e93b1" providerId="AD" clId="Web-{3040E885-C9A2-E75A-80E7-2BF3A964F9D4}" dt="2023-05-05T12:18:29.209" v="588"/>
          <ac:spMkLst>
            <pc:docMk/>
            <pc:sldMk cId="3347824121" sldId="272"/>
            <ac:spMk id="12" creationId="{DB17E863-922E-4C26-BD64-E8FD41D28661}"/>
          </ac:spMkLst>
        </pc:spChg>
      </pc:sldChg>
      <pc:sldChg chg="addSp modSp new mod setBg">
        <pc:chgData name="Clementine DUCOURNAU" userId="S::cducournau@diginamic-formation.fr::2cef4c7a-fa0a-4965-8e75-6db17b4e93b1" providerId="AD" clId="Web-{3040E885-C9A2-E75A-80E7-2BF3A964F9D4}" dt="2023-05-05T12:18:24.755" v="587"/>
        <pc:sldMkLst>
          <pc:docMk/>
          <pc:sldMk cId="2463710928" sldId="273"/>
        </pc:sldMkLst>
        <pc:spChg chg="mod">
          <ac:chgData name="Clementine DUCOURNAU" userId="S::cducournau@diginamic-formation.fr::2cef4c7a-fa0a-4965-8e75-6db17b4e93b1" providerId="AD" clId="Web-{3040E885-C9A2-E75A-80E7-2BF3A964F9D4}" dt="2023-05-05T12:18:24.755" v="587"/>
          <ac:spMkLst>
            <pc:docMk/>
            <pc:sldMk cId="2463710928" sldId="273"/>
            <ac:spMk id="2" creationId="{D301D6BA-7A0E-136F-53FE-CB9BC9BB4AF3}"/>
          </ac:spMkLst>
        </pc:spChg>
        <pc:spChg chg="mod">
          <ac:chgData name="Clementine DUCOURNAU" userId="S::cducournau@diginamic-formation.fr::2cef4c7a-fa0a-4965-8e75-6db17b4e93b1" providerId="AD" clId="Web-{3040E885-C9A2-E75A-80E7-2BF3A964F9D4}" dt="2023-05-05T12:18:24.755" v="587"/>
          <ac:spMkLst>
            <pc:docMk/>
            <pc:sldMk cId="2463710928" sldId="273"/>
            <ac:spMk id="3" creationId="{07330801-B8DE-CF6A-96B2-A57188B25BFC}"/>
          </ac:spMkLst>
        </pc:spChg>
        <pc:spChg chg="mod">
          <ac:chgData name="Clementine DUCOURNAU" userId="S::cducournau@diginamic-formation.fr::2cef4c7a-fa0a-4965-8e75-6db17b4e93b1" providerId="AD" clId="Web-{3040E885-C9A2-E75A-80E7-2BF3A964F9D4}" dt="2023-05-05T12:18:24.755" v="587"/>
          <ac:spMkLst>
            <pc:docMk/>
            <pc:sldMk cId="2463710928" sldId="273"/>
            <ac:spMk id="4" creationId="{EC620CB2-529D-CBA9-0B77-115D254E0171}"/>
          </ac:spMkLst>
        </pc:spChg>
        <pc:spChg chg="mod">
          <ac:chgData name="Clementine DUCOURNAU" userId="S::cducournau@diginamic-formation.fr::2cef4c7a-fa0a-4965-8e75-6db17b4e93b1" providerId="AD" clId="Web-{3040E885-C9A2-E75A-80E7-2BF3A964F9D4}" dt="2023-05-05T12:18:24.755" v="587"/>
          <ac:spMkLst>
            <pc:docMk/>
            <pc:sldMk cId="2463710928" sldId="273"/>
            <ac:spMk id="5" creationId="{EF897C2A-0B49-F1F6-CA8D-68B6BE57B694}"/>
          </ac:spMkLst>
        </pc:spChg>
        <pc:spChg chg="add">
          <ac:chgData name="Clementine DUCOURNAU" userId="S::cducournau@diginamic-formation.fr::2cef4c7a-fa0a-4965-8e75-6db17b4e93b1" providerId="AD" clId="Web-{3040E885-C9A2-E75A-80E7-2BF3A964F9D4}" dt="2023-05-05T12:18:24.755" v="587"/>
          <ac:spMkLst>
            <pc:docMk/>
            <pc:sldMk cId="2463710928" sldId="273"/>
            <ac:spMk id="10" creationId="{100EDD19-6802-4EC3-95CE-CFFAB042CFD6}"/>
          </ac:spMkLst>
        </pc:spChg>
        <pc:spChg chg="add">
          <ac:chgData name="Clementine DUCOURNAU" userId="S::cducournau@diginamic-formation.fr::2cef4c7a-fa0a-4965-8e75-6db17b4e93b1" providerId="AD" clId="Web-{3040E885-C9A2-E75A-80E7-2BF3A964F9D4}" dt="2023-05-05T12:18:24.755" v="587"/>
          <ac:spMkLst>
            <pc:docMk/>
            <pc:sldMk cId="2463710928" sldId="273"/>
            <ac:spMk id="12" creationId="{DB17E863-922E-4C26-BD64-E8FD41D2866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05/05/2023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Date de création : 03/05/2023 Date de mise à jour : 05/05/2023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05/05/2023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Date de création : 03/05/2023 Date de mise à jour : 05/05/2023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05/05/2023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Date de création : 03/05/2023 Date de mise à jour : 05/05/2023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05/05/2023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Date de création : 03/05/2023 Date de mise à jour : 05/05/2023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05/05/2023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Date de création : 03/05/2023 Date de mise à jour : 05/05/2023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05/05/2023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Date de création : 03/05/2023 Date de mise à jour : 05/05/2023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05/05/2023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Date de création : 03/05/2023 Date de mise à jour : 05/05/2023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05/05/2023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Date de création : 03/05/2023 Date de mise à jour : 05/05/2023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05/05/2023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Date de création : 03/05/2023 Date de mise à jour : 05/05/2023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05/05/2023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Date de création : 03/05/2023 Date de mise à jour : 05/05/2023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05/05/2023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Date de création : 03/05/2023 Date de mise à jour : 05/05/2023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05/05/2023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Date de création : 03/05/2023 Date de mise à jour : 05/05/2023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D8E54F9-849C-4865-8C5E-FD967B81D7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91AE6B3-1D2D-4C67-A4DB-888635B527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054983"/>
          </a:xfrm>
          <a:custGeom>
            <a:avLst/>
            <a:gdLst>
              <a:gd name="connsiteX0" fmla="*/ 6788003 w 12188952"/>
              <a:gd name="connsiteY0" fmla="*/ 5986774 h 6054983"/>
              <a:gd name="connsiteX1" fmla="*/ 6787005 w 12188952"/>
              <a:gd name="connsiteY1" fmla="*/ 5986852 h 6054983"/>
              <a:gd name="connsiteX2" fmla="*/ 6786779 w 12188952"/>
              <a:gd name="connsiteY2" fmla="*/ 5987386 h 6054983"/>
              <a:gd name="connsiteX3" fmla="*/ 0 w 12188952"/>
              <a:gd name="connsiteY3" fmla="*/ 0 h 6054983"/>
              <a:gd name="connsiteX4" fmla="*/ 12188952 w 12188952"/>
              <a:gd name="connsiteY4" fmla="*/ 0 h 6054983"/>
              <a:gd name="connsiteX5" fmla="*/ 12188952 w 12188952"/>
              <a:gd name="connsiteY5" fmla="*/ 5092539 h 6054983"/>
              <a:gd name="connsiteX6" fmla="*/ 12058081 w 12188952"/>
              <a:gd name="connsiteY6" fmla="*/ 5131579 h 6054983"/>
              <a:gd name="connsiteX7" fmla="*/ 11673881 w 12188952"/>
              <a:gd name="connsiteY7" fmla="*/ 5235154 h 6054983"/>
              <a:gd name="connsiteX8" fmla="*/ 10422749 w 12188952"/>
              <a:gd name="connsiteY8" fmla="*/ 5518693 h 6054983"/>
              <a:gd name="connsiteX9" fmla="*/ 9421666 w 12188952"/>
              <a:gd name="connsiteY9" fmla="*/ 5693855 h 6054983"/>
              <a:gd name="connsiteX10" fmla="*/ 8456304 w 12188952"/>
              <a:gd name="connsiteY10" fmla="*/ 5827556 h 6054983"/>
              <a:gd name="connsiteX11" fmla="*/ 7714041 w 12188952"/>
              <a:gd name="connsiteY11" fmla="*/ 5907503 h 6054983"/>
              <a:gd name="connsiteX12" fmla="*/ 6949978 w 12188952"/>
              <a:gd name="connsiteY12" fmla="*/ 5973283 h 6054983"/>
              <a:gd name="connsiteX13" fmla="*/ 6934569 w 12188952"/>
              <a:gd name="connsiteY13" fmla="*/ 5975354 h 6054983"/>
              <a:gd name="connsiteX14" fmla="*/ 6788750 w 12188952"/>
              <a:gd name="connsiteY14" fmla="*/ 5986715 h 6054983"/>
              <a:gd name="connsiteX15" fmla="*/ 6798241 w 12188952"/>
              <a:gd name="connsiteY15" fmla="*/ 5988535 h 6054983"/>
              <a:gd name="connsiteX16" fmla="*/ 6833723 w 12188952"/>
              <a:gd name="connsiteY16" fmla="*/ 5986828 h 6054983"/>
              <a:gd name="connsiteX17" fmla="*/ 6882282 w 12188952"/>
              <a:gd name="connsiteY17" fmla="*/ 5983850 h 6054983"/>
              <a:gd name="connsiteX18" fmla="*/ 7576876 w 12188952"/>
              <a:gd name="connsiteY18" fmla="*/ 5951323 h 6054983"/>
              <a:gd name="connsiteX19" fmla="*/ 8621689 w 12188952"/>
              <a:gd name="connsiteY19" fmla="*/ 5864426 h 6054983"/>
              <a:gd name="connsiteX20" fmla="*/ 9477600 w 12188952"/>
              <a:gd name="connsiteY20" fmla="*/ 5760520 h 6054983"/>
              <a:gd name="connsiteX21" fmla="*/ 10626651 w 12188952"/>
              <a:gd name="connsiteY21" fmla="*/ 5566363 h 6054983"/>
              <a:gd name="connsiteX22" fmla="*/ 11995498 w 12188952"/>
              <a:gd name="connsiteY22" fmla="*/ 5240369 h 6054983"/>
              <a:gd name="connsiteX23" fmla="*/ 12188952 w 12188952"/>
              <a:gd name="connsiteY23" fmla="*/ 5183370 h 6054983"/>
              <a:gd name="connsiteX24" fmla="*/ 12188952 w 12188952"/>
              <a:gd name="connsiteY24" fmla="*/ 5238107 h 6054983"/>
              <a:gd name="connsiteX25" fmla="*/ 11826300 w 12188952"/>
              <a:gd name="connsiteY25" fmla="*/ 5343406 h 6054983"/>
              <a:gd name="connsiteX26" fmla="*/ 10936448 w 12188952"/>
              <a:gd name="connsiteY26" fmla="*/ 5557921 h 6054983"/>
              <a:gd name="connsiteX27" fmla="*/ 9983034 w 12188952"/>
              <a:gd name="connsiteY27" fmla="*/ 5737926 h 6054983"/>
              <a:gd name="connsiteX28" fmla="*/ 9184585 w 12188952"/>
              <a:gd name="connsiteY28" fmla="*/ 5853873 h 6054983"/>
              <a:gd name="connsiteX29" fmla="*/ 8576053 w 12188952"/>
              <a:gd name="connsiteY29" fmla="*/ 5923392 h 6054983"/>
              <a:gd name="connsiteX30" fmla="*/ 7862392 w 12188952"/>
              <a:gd name="connsiteY30" fmla="*/ 5984843 h 6054983"/>
              <a:gd name="connsiteX31" fmla="*/ 6933768 w 12188952"/>
              <a:gd name="connsiteY31" fmla="*/ 6036237 h 6054983"/>
              <a:gd name="connsiteX32" fmla="*/ 6476130 w 12188952"/>
              <a:gd name="connsiteY32" fmla="*/ 6050140 h 6054983"/>
              <a:gd name="connsiteX33" fmla="*/ 6360703 w 12188952"/>
              <a:gd name="connsiteY33" fmla="*/ 6054983 h 6054983"/>
              <a:gd name="connsiteX34" fmla="*/ 6055614 w 12188952"/>
              <a:gd name="connsiteY34" fmla="*/ 6054983 h 6054983"/>
              <a:gd name="connsiteX35" fmla="*/ 5976289 w 12188952"/>
              <a:gd name="connsiteY35" fmla="*/ 6050389 h 6054983"/>
              <a:gd name="connsiteX36" fmla="*/ 5263770 w 12188952"/>
              <a:gd name="connsiteY36" fmla="*/ 6014140 h 6054983"/>
              <a:gd name="connsiteX37" fmla="*/ 4345190 w 12188952"/>
              <a:gd name="connsiteY37" fmla="*/ 5952070 h 6054983"/>
              <a:gd name="connsiteX38" fmla="*/ 3372201 w 12188952"/>
              <a:gd name="connsiteY38" fmla="*/ 5853501 h 6054983"/>
              <a:gd name="connsiteX39" fmla="*/ 2361582 w 12188952"/>
              <a:gd name="connsiteY39" fmla="*/ 5734574 h 6054983"/>
              <a:gd name="connsiteX40" fmla="*/ 1232869 w 12188952"/>
              <a:gd name="connsiteY40" fmla="*/ 5561398 h 6054983"/>
              <a:gd name="connsiteX41" fmla="*/ 68483 w 12188952"/>
              <a:gd name="connsiteY41" fmla="*/ 5321691 h 6054983"/>
              <a:gd name="connsiteX42" fmla="*/ 0 w 12188952"/>
              <a:gd name="connsiteY42" fmla="*/ 5304336 h 6054983"/>
              <a:gd name="connsiteX43" fmla="*/ 0 w 12188952"/>
              <a:gd name="connsiteY43" fmla="*/ 5247847 h 6054983"/>
              <a:gd name="connsiteX44" fmla="*/ 72423 w 12188952"/>
              <a:gd name="connsiteY44" fmla="*/ 5266624 h 6054983"/>
              <a:gd name="connsiteX45" fmla="*/ 600566 w 12188952"/>
              <a:gd name="connsiteY45" fmla="*/ 5384994 h 6054983"/>
              <a:gd name="connsiteX46" fmla="*/ 1769069 w 12188952"/>
              <a:gd name="connsiteY46" fmla="*/ 5595162 h 6054983"/>
              <a:gd name="connsiteX47" fmla="*/ 2612900 w 12188952"/>
              <a:gd name="connsiteY47" fmla="*/ 5712104 h 6054983"/>
              <a:gd name="connsiteX48" fmla="*/ 2580488 w 12188952"/>
              <a:gd name="connsiteY48" fmla="*/ 5702173 h 6054983"/>
              <a:gd name="connsiteX49" fmla="*/ 1112357 w 12188952"/>
              <a:gd name="connsiteY49" fmla="*/ 5369476 h 6054983"/>
              <a:gd name="connsiteX50" fmla="*/ 420307 w 12188952"/>
              <a:gd name="connsiteY50" fmla="*/ 5170043 h 6054983"/>
              <a:gd name="connsiteX51" fmla="*/ 0 w 12188952"/>
              <a:gd name="connsiteY51" fmla="*/ 5031126 h 60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88952" h="6054983">
                <a:moveTo>
                  <a:pt x="6788003" y="5986774"/>
                </a:moveTo>
                <a:lnTo>
                  <a:pt x="6787005" y="5986852"/>
                </a:lnTo>
                <a:lnTo>
                  <a:pt x="6786779" y="5987386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5092539"/>
                </a:lnTo>
                <a:lnTo>
                  <a:pt x="12058081" y="5131579"/>
                </a:lnTo>
                <a:cubicBezTo>
                  <a:pt x="11930517" y="5167793"/>
                  <a:pt x="11802439" y="5202322"/>
                  <a:pt x="11673881" y="5235154"/>
                </a:cubicBezTo>
                <a:cubicBezTo>
                  <a:pt x="11259973" y="5342661"/>
                  <a:pt x="10842632" y="5436263"/>
                  <a:pt x="10422749" y="5518693"/>
                </a:cubicBezTo>
                <a:cubicBezTo>
                  <a:pt x="10090287" y="5583904"/>
                  <a:pt x="9756593" y="5642301"/>
                  <a:pt x="9421666" y="5693855"/>
                </a:cubicBezTo>
                <a:cubicBezTo>
                  <a:pt x="9100721" y="5743512"/>
                  <a:pt x="8778938" y="5788079"/>
                  <a:pt x="8456304" y="5827556"/>
                </a:cubicBezTo>
                <a:cubicBezTo>
                  <a:pt x="8209307" y="5857722"/>
                  <a:pt x="7961801" y="5883295"/>
                  <a:pt x="7714041" y="5907503"/>
                </a:cubicBezTo>
                <a:lnTo>
                  <a:pt x="6949978" y="5973283"/>
                </a:lnTo>
                <a:lnTo>
                  <a:pt x="6934569" y="5975354"/>
                </a:lnTo>
                <a:lnTo>
                  <a:pt x="6788750" y="5986715"/>
                </a:lnTo>
                <a:lnTo>
                  <a:pt x="6798241" y="5988535"/>
                </a:lnTo>
                <a:cubicBezTo>
                  <a:pt x="6809920" y="5989001"/>
                  <a:pt x="6822028" y="5986828"/>
                  <a:pt x="6833723" y="5986828"/>
                </a:cubicBezTo>
                <a:cubicBezTo>
                  <a:pt x="6849867" y="5986828"/>
                  <a:pt x="6866012" y="5984221"/>
                  <a:pt x="6882282" y="5983850"/>
                </a:cubicBezTo>
                <a:cubicBezTo>
                  <a:pt x="7114026" y="5978388"/>
                  <a:pt x="7345514" y="5966221"/>
                  <a:pt x="7576876" y="5951323"/>
                </a:cubicBezTo>
                <a:cubicBezTo>
                  <a:pt x="7925570" y="5928855"/>
                  <a:pt x="8274011" y="5900676"/>
                  <a:pt x="8621689" y="5864426"/>
                </a:cubicBezTo>
                <a:cubicBezTo>
                  <a:pt x="8907712" y="5835128"/>
                  <a:pt x="9193011" y="5800493"/>
                  <a:pt x="9477600" y="5760520"/>
                </a:cubicBezTo>
                <a:cubicBezTo>
                  <a:pt x="9862435" y="5706146"/>
                  <a:pt x="10245452" y="5641432"/>
                  <a:pt x="10626651" y="5566363"/>
                </a:cubicBezTo>
                <a:cubicBezTo>
                  <a:pt x="11087341" y="5475243"/>
                  <a:pt x="11544088" y="5367737"/>
                  <a:pt x="11995498" y="5240369"/>
                </a:cubicBezTo>
                <a:lnTo>
                  <a:pt x="12188952" y="5183370"/>
                </a:lnTo>
                <a:lnTo>
                  <a:pt x="12188952" y="5238107"/>
                </a:lnTo>
                <a:lnTo>
                  <a:pt x="11826300" y="5343406"/>
                </a:lnTo>
                <a:cubicBezTo>
                  <a:pt x="11531885" y="5423103"/>
                  <a:pt x="11235310" y="5493989"/>
                  <a:pt x="10936448" y="5557921"/>
                </a:cubicBezTo>
                <a:cubicBezTo>
                  <a:pt x="10620168" y="5625703"/>
                  <a:pt x="10302365" y="5685700"/>
                  <a:pt x="9983034" y="5737926"/>
                </a:cubicBezTo>
                <a:cubicBezTo>
                  <a:pt x="9717606" y="5781375"/>
                  <a:pt x="9451451" y="5820020"/>
                  <a:pt x="9184585" y="5853873"/>
                </a:cubicBezTo>
                <a:cubicBezTo>
                  <a:pt x="8981951" y="5879447"/>
                  <a:pt x="8779319" y="5903530"/>
                  <a:pt x="8576053" y="5923392"/>
                </a:cubicBezTo>
                <a:cubicBezTo>
                  <a:pt x="8338462" y="5946112"/>
                  <a:pt x="8100618" y="5967587"/>
                  <a:pt x="7862392" y="5984843"/>
                </a:cubicBezTo>
                <a:cubicBezTo>
                  <a:pt x="7553105" y="6007187"/>
                  <a:pt x="7243690" y="6025065"/>
                  <a:pt x="6933768" y="6036237"/>
                </a:cubicBezTo>
                <a:cubicBezTo>
                  <a:pt x="6781221" y="6041700"/>
                  <a:pt x="6628676" y="6045548"/>
                  <a:pt x="6476130" y="6050140"/>
                </a:cubicBezTo>
                <a:cubicBezTo>
                  <a:pt x="6437585" y="6048056"/>
                  <a:pt x="6398929" y="6049681"/>
                  <a:pt x="6360703" y="6054983"/>
                </a:cubicBezTo>
                <a:lnTo>
                  <a:pt x="6055614" y="6054983"/>
                </a:lnTo>
                <a:lnTo>
                  <a:pt x="5976289" y="6050389"/>
                </a:lnTo>
                <a:cubicBezTo>
                  <a:pt x="5738826" y="6037976"/>
                  <a:pt x="5501363" y="6024197"/>
                  <a:pt x="5263770" y="6014140"/>
                </a:cubicBezTo>
                <a:cubicBezTo>
                  <a:pt x="4957027" y="6001724"/>
                  <a:pt x="4650663" y="5981244"/>
                  <a:pt x="4345190" y="5952070"/>
                </a:cubicBezTo>
                <a:cubicBezTo>
                  <a:pt x="4020648" y="5921158"/>
                  <a:pt x="3696870" y="5886523"/>
                  <a:pt x="3372201" y="5853501"/>
                </a:cubicBezTo>
                <a:cubicBezTo>
                  <a:pt x="3034653" y="5819239"/>
                  <a:pt x="2697781" y="5779600"/>
                  <a:pt x="2361582" y="5734574"/>
                </a:cubicBezTo>
                <a:cubicBezTo>
                  <a:pt x="1984196" y="5684421"/>
                  <a:pt x="1607962" y="5626695"/>
                  <a:pt x="1232869" y="5561398"/>
                </a:cubicBezTo>
                <a:cubicBezTo>
                  <a:pt x="841970" y="5492685"/>
                  <a:pt x="453644" y="5414197"/>
                  <a:pt x="68483" y="5321691"/>
                </a:cubicBezTo>
                <a:lnTo>
                  <a:pt x="0" y="5304336"/>
                </a:lnTo>
                <a:lnTo>
                  <a:pt x="0" y="5247847"/>
                </a:lnTo>
                <a:lnTo>
                  <a:pt x="72423" y="5266624"/>
                </a:lnTo>
                <a:cubicBezTo>
                  <a:pt x="247899" y="5308802"/>
                  <a:pt x="424058" y="5348062"/>
                  <a:pt x="600566" y="5384994"/>
                </a:cubicBezTo>
                <a:cubicBezTo>
                  <a:pt x="988032" y="5465808"/>
                  <a:pt x="1377788" y="5534706"/>
                  <a:pt x="1769069" y="5595162"/>
                </a:cubicBezTo>
                <a:cubicBezTo>
                  <a:pt x="2051913" y="5638738"/>
                  <a:pt x="2335141" y="5678835"/>
                  <a:pt x="2612900" y="5712104"/>
                </a:cubicBezTo>
                <a:cubicBezTo>
                  <a:pt x="2604892" y="5714711"/>
                  <a:pt x="2593962" y="5704655"/>
                  <a:pt x="2580488" y="5702173"/>
                </a:cubicBezTo>
                <a:cubicBezTo>
                  <a:pt x="2086656" y="5610221"/>
                  <a:pt x="1597284" y="5499328"/>
                  <a:pt x="1112357" y="5369476"/>
                </a:cubicBezTo>
                <a:cubicBezTo>
                  <a:pt x="880233" y="5307405"/>
                  <a:pt x="649550" y="5240927"/>
                  <a:pt x="420307" y="5170043"/>
                </a:cubicBezTo>
                <a:lnTo>
                  <a:pt x="0" y="503112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929452"/>
            <a:ext cx="9144000" cy="2526738"/>
          </a:xfrm>
        </p:spPr>
        <p:txBody>
          <a:bodyPr>
            <a:normAutofit/>
          </a:bodyPr>
          <a:lstStyle/>
          <a:p>
            <a:r>
              <a:rPr lang="fr-FR" sz="6600">
                <a:solidFill>
                  <a:srgbClr val="FFFFFF"/>
                </a:solidFill>
                <a:cs typeface="Calibri Light"/>
              </a:rPr>
              <a:t>DUCOURNAU Clémentine</a:t>
            </a:r>
            <a:endParaRPr lang="fr-FR" sz="6600">
              <a:solidFill>
                <a:srgbClr val="FFFFFF"/>
              </a:solidFill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95230"/>
            <a:ext cx="9144000" cy="162654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fr-FR">
                <a:solidFill>
                  <a:srgbClr val="FFFFFF"/>
                </a:solidFill>
                <a:cs typeface="Calibri"/>
              </a:rPr>
              <a:t>Session : </a:t>
            </a:r>
            <a:r>
              <a:rPr lang="fr-FR">
                <a:solidFill>
                  <a:srgbClr val="FFFFFF"/>
                </a:solidFill>
                <a:ea typeface="+mn-lt"/>
                <a:cs typeface="+mn-lt"/>
              </a:rPr>
              <a:t>V1 - Session 2023-D02 Data Engineer 100% Alternance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6D080EC2-42B5-4E04-BBF7-F0BC5CB7C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3566566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8962316-1470-E4AA-D967-7620D145D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fr-FR" sz="1100"/>
              <a:t>Date de création : 03/05/2023 Date de mise à jour : 05/05/2023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B57414C-406A-F698-CD6D-7786468C3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7C6CCC6-2BE5-4E42-96A4-D1E8E81A3D8E}" type="slidenum">
              <a:rPr lang="fr-FR" smtClean="0"/>
              <a:pPr>
                <a:spcAft>
                  <a:spcPts val="600"/>
                </a:spcAft>
              </a:pPr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DAF2AD5-EB61-B6D3-5944-9BEF9A6ED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281" y="214098"/>
            <a:ext cx="10515600" cy="1325563"/>
          </a:xfrm>
        </p:spPr>
        <p:txBody>
          <a:bodyPr>
            <a:normAutofit/>
          </a:bodyPr>
          <a:lstStyle/>
          <a:p>
            <a:r>
              <a:rPr lang="fr-FR" sz="5400">
                <a:cs typeface="Calibri Light"/>
              </a:rPr>
              <a:t>Table des matières</a:t>
            </a:r>
            <a:endParaRPr lang="fr-FR" sz="540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D23E1A-E076-0F9E-8802-A7B76BE07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7600"/>
            <a:ext cx="10515600" cy="449223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z="2200" dirty="0">
                <a:cs typeface="Calibri"/>
              </a:rPr>
              <a:t>Présentation des acteurs</a:t>
            </a:r>
          </a:p>
          <a:p>
            <a:r>
              <a:rPr lang="fr-FR" sz="2200" dirty="0">
                <a:cs typeface="Calibri"/>
              </a:rPr>
              <a:t>Système actuelle</a:t>
            </a:r>
          </a:p>
          <a:p>
            <a:r>
              <a:rPr lang="fr-FR" sz="2200" dirty="0">
                <a:cs typeface="Calibri"/>
              </a:rPr>
              <a:t>Diagrammes</a:t>
            </a:r>
          </a:p>
          <a:p>
            <a:pPr lvl="1"/>
            <a:r>
              <a:rPr lang="fr-FR" sz="1800" dirty="0">
                <a:cs typeface="Calibri"/>
              </a:rPr>
              <a:t>Diagramme de séquences</a:t>
            </a:r>
          </a:p>
          <a:p>
            <a:pPr lvl="1"/>
            <a:r>
              <a:rPr lang="fr-FR" sz="1800" dirty="0">
                <a:cs typeface="Calibri"/>
              </a:rPr>
              <a:t>Diagramme d'activité</a:t>
            </a:r>
          </a:p>
          <a:p>
            <a:pPr lvl="1"/>
            <a:r>
              <a:rPr lang="fr-FR" sz="1800" dirty="0">
                <a:cs typeface="Calibri"/>
              </a:rPr>
              <a:t>Diagramme Use Case</a:t>
            </a:r>
          </a:p>
          <a:p>
            <a:pPr lvl="1"/>
            <a:r>
              <a:rPr lang="fr-FR" sz="1800" dirty="0">
                <a:cs typeface="Calibri"/>
              </a:rPr>
              <a:t>Diagramme de Classe</a:t>
            </a:r>
          </a:p>
          <a:p>
            <a:r>
              <a:rPr lang="fr-FR" sz="2200" dirty="0">
                <a:cs typeface="Calibri"/>
              </a:rPr>
              <a:t>Proposition maquette</a:t>
            </a:r>
          </a:p>
          <a:p>
            <a:r>
              <a:rPr lang="fr-FR" sz="2200" dirty="0">
                <a:cs typeface="Calibri"/>
              </a:rPr>
              <a:t>Proposition Data</a:t>
            </a:r>
          </a:p>
          <a:p>
            <a:r>
              <a:rPr lang="fr-FR" sz="2200" dirty="0">
                <a:cs typeface="Calibri"/>
              </a:rPr>
              <a:t>Proposition Application</a:t>
            </a:r>
          </a:p>
          <a:p>
            <a:r>
              <a:rPr lang="fr-FR" sz="2200" dirty="0">
                <a:cs typeface="Calibri"/>
              </a:rPr>
              <a:t>Décomposition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E83F604-681D-3AC1-386A-CA87AAE73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fr-FR" sz="1100"/>
              <a:t>Date de création : 03/05/2023 Date de mise à jour : 05/05/2023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9DCA093-29E2-24C7-B4D8-4E4A933B7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7C6CCC6-2BE5-4E42-96A4-D1E8E81A3D8E}" type="slidenum">
              <a:rPr lang="fr-FR" smtClean="0"/>
              <a:pPr>
                <a:spcAft>
                  <a:spcPts val="600"/>
                </a:spcAft>
              </a:pPr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7123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746FEB1-C0DA-1378-B962-553E3D3D8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fr-FR" sz="5400">
                <a:cs typeface="Calibri Light"/>
              </a:rPr>
              <a:t>Présentation des acteurs</a:t>
            </a:r>
            <a:endParaRPr lang="fr-FR" sz="540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E51873-9F30-304E-63FE-CC2F382AF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fr-FR" sz="2200">
                <a:cs typeface="Calibri"/>
              </a:rPr>
              <a:t>Client : Déclenche la commande</a:t>
            </a:r>
          </a:p>
          <a:p>
            <a:r>
              <a:rPr lang="fr-FR" sz="2200">
                <a:cs typeface="Calibri"/>
              </a:rPr>
              <a:t>Gestionnaire de colis : Réceptionne et entre la commande</a:t>
            </a:r>
          </a:p>
          <a:p>
            <a:r>
              <a:rPr lang="fr-FR" sz="2200">
                <a:cs typeface="Calibri"/>
              </a:rPr>
              <a:t>Service logistique : Envoie les colis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7B02953-A05C-9F4C-4A92-9BE4F7DE2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fr-FR" sz="1100"/>
              <a:t>Date de création : 03/05/2023 Date de mise à jour : 05/05/2023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0F271AD-000B-A60A-B423-AC9C87AC3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7C6CCC6-2BE5-4E42-96A4-D1E8E81A3D8E}" type="slidenum">
              <a:rPr lang="fr-FR" smtClean="0"/>
              <a:pPr>
                <a:spcAft>
                  <a:spcPts val="600"/>
                </a:spcAft>
              </a:pPr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4659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4F3F2BF-3967-3549-B22E-ED99F507E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Système actuelle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36E7F964-9DEF-AD47-0D7B-988ED1110E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/>
            <a:r>
              <a:rPr lang="en-US" sz="2200"/>
              <a:t>Contexte du projet</a:t>
            </a:r>
            <a:endParaRPr lang="en-US" sz="2200">
              <a:cs typeface="Calibri"/>
            </a:endParaRPr>
          </a:p>
          <a:p>
            <a:pPr marL="285750"/>
            <a:r>
              <a:rPr lang="en-US" sz="2200" dirty="0" err="1">
                <a:cs typeface="Calibri"/>
              </a:rPr>
              <a:t>Besoins</a:t>
            </a:r>
            <a:r>
              <a:rPr lang="en-US" sz="2200">
                <a:cs typeface="Calibri"/>
              </a:rPr>
              <a:t> clients </a:t>
            </a:r>
            <a:endParaRPr lang="en-US" sz="2200" dirty="0">
              <a:cs typeface="Calibri"/>
            </a:endParaRPr>
          </a:p>
          <a:p>
            <a:pPr marL="285750"/>
            <a:endParaRPr lang="en-US" sz="2200" dirty="0">
              <a:cs typeface="Calibri"/>
            </a:endParaRPr>
          </a:p>
          <a:p>
            <a:pPr marL="285750"/>
            <a:endParaRPr lang="en-US" sz="2200" dirty="0">
              <a:cs typeface="Calibri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323970D-FBAE-F3B2-DE07-C37AB8BEF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Date de création : 03/05/2023 Date de mise à jour : 05/05/2023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1BCB012-51D2-8F7C-A9F4-69F22ACFD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7C6CCC6-2BE5-4E42-96A4-D1E8E81A3D8E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305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05E7E96-0DC5-FBA7-BC42-C29F713DF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fr-FR" sz="4800">
                <a:cs typeface="Calibri Light"/>
              </a:rPr>
              <a:t>Diagramme de séquence</a:t>
            </a:r>
          </a:p>
        </p:txBody>
      </p:sp>
      <p:sp>
        <p:nvSpPr>
          <p:cNvPr id="33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ontent Placeholder 9">
            <a:extLst>
              <a:ext uri="{FF2B5EF4-FFF2-40B4-BE49-F238E27FC236}">
                <a16:creationId xmlns:a16="http://schemas.microsoft.com/office/drawing/2014/main" id="{5D2DF775-5C77-2947-C0B7-DC9ED1007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r>
              <a:rPr lang="en-US" sz="2200" dirty="0" err="1">
                <a:cs typeface="Calibri"/>
              </a:rPr>
              <a:t>Ajout</a:t>
            </a:r>
            <a:r>
              <a:rPr lang="en-US" sz="2200" dirty="0">
                <a:cs typeface="Calibri"/>
              </a:rPr>
              <a:t> de la numeration pour </a:t>
            </a:r>
            <a:r>
              <a:rPr lang="en-US" sz="2200" dirty="0" err="1">
                <a:cs typeface="Calibri"/>
              </a:rPr>
              <a:t>faciliter</a:t>
            </a:r>
            <a:r>
              <a:rPr lang="en-US" sz="2200" dirty="0">
                <a:cs typeface="Calibri"/>
              </a:rPr>
              <a:t> le </a:t>
            </a:r>
            <a:r>
              <a:rPr lang="en-US" sz="2200" dirty="0" err="1">
                <a:cs typeface="Calibri"/>
              </a:rPr>
              <a:t>suivi</a:t>
            </a:r>
            <a:endParaRPr lang="en-US" sz="2200" dirty="0" err="1"/>
          </a:p>
        </p:txBody>
      </p:sp>
      <p:pic>
        <p:nvPicPr>
          <p:cNvPr id="6" name="Image 6">
            <a:extLst>
              <a:ext uri="{FF2B5EF4-FFF2-40B4-BE49-F238E27FC236}">
                <a16:creationId xmlns:a16="http://schemas.microsoft.com/office/drawing/2014/main" id="{DEC675B4-4771-EBB9-1BFB-8A7B5B00A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535" y="2290936"/>
            <a:ext cx="8514737" cy="3959352"/>
          </a:xfrm>
          <a:prstGeom prst="rect">
            <a:avLst/>
          </a:prstGeo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27395A9-B2BD-2330-7F90-A8A2C4A69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fr-FR" sz="1100"/>
              <a:t>Date de création : 03/05/2023 Date de mise à jour : 05/05/2023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2A744B8-A79B-2203-10B5-3964E9400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7C6CCC6-2BE5-4E42-96A4-D1E8E81A3D8E}" type="slidenum">
              <a:rPr lang="fr-FR" smtClean="0"/>
              <a:pPr>
                <a:spcAft>
                  <a:spcPts val="600"/>
                </a:spcAft>
              </a:pPr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6329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D2D831B-81E1-4829-0377-387883560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latin typeface="+mj-lt"/>
                <a:ea typeface="+mj-ea"/>
                <a:cs typeface="+mj-cs"/>
              </a:rPr>
              <a:t>Diagramme d'activité</a:t>
            </a:r>
          </a:p>
        </p:txBody>
      </p:sp>
      <p:sp>
        <p:nvSpPr>
          <p:cNvPr id="3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3FEC9CE9-BDB8-60F9-138C-9F44EAA6A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 err="1">
                <a:cs typeface="Calibri"/>
              </a:rPr>
              <a:t>Changement</a:t>
            </a:r>
            <a:r>
              <a:rPr lang="en-US" sz="2200" dirty="0">
                <a:cs typeface="Calibri"/>
              </a:rPr>
              <a:t> de couleur pour </a:t>
            </a:r>
            <a:r>
              <a:rPr lang="en-US" sz="2200" err="1">
                <a:cs typeface="Calibri"/>
              </a:rPr>
              <a:t>distinguer</a:t>
            </a:r>
            <a:r>
              <a:rPr lang="en-US" sz="2200" dirty="0">
                <a:cs typeface="Calibri"/>
              </a:rPr>
              <a:t> </a:t>
            </a:r>
            <a:r>
              <a:rPr lang="en-US" sz="2200" err="1">
                <a:cs typeface="Calibri"/>
              </a:rPr>
              <a:t>opération</a:t>
            </a:r>
            <a:r>
              <a:rPr lang="en-US" sz="2200" dirty="0">
                <a:cs typeface="Calibri"/>
              </a:rPr>
              <a:t> </a:t>
            </a:r>
            <a:r>
              <a:rPr lang="en-US" sz="2200" err="1">
                <a:cs typeface="Calibri"/>
              </a:rPr>
              <a:t>manuelles</a:t>
            </a:r>
            <a:r>
              <a:rPr lang="en-US" sz="2200">
                <a:cs typeface="Calibri"/>
              </a:rPr>
              <a:t> et operations </a:t>
            </a:r>
            <a:r>
              <a:rPr lang="en-US" sz="2200" err="1">
                <a:cs typeface="Calibri"/>
              </a:rPr>
              <a:t>faites</a:t>
            </a:r>
            <a:r>
              <a:rPr lang="en-US" sz="2200">
                <a:cs typeface="Calibri"/>
              </a:rPr>
              <a:t> par le </a:t>
            </a:r>
            <a:r>
              <a:rPr lang="en-US" sz="2200" err="1">
                <a:cs typeface="Calibri"/>
              </a:rPr>
              <a:t>systeme</a:t>
            </a:r>
            <a:endParaRPr lang="en-US" sz="2200" dirty="0" err="1">
              <a:cs typeface="Calibri"/>
            </a:endParaRPr>
          </a:p>
          <a:p>
            <a:r>
              <a:rPr lang="en-US" sz="2200" dirty="0" err="1">
                <a:cs typeface="Calibri"/>
              </a:rPr>
              <a:t>Erreur</a:t>
            </a:r>
            <a:r>
              <a:rPr lang="en-US" sz="2200" dirty="0">
                <a:cs typeface="Calibri"/>
              </a:rPr>
              <a:t> sur la </a:t>
            </a:r>
            <a:r>
              <a:rPr lang="en-US" sz="2200" dirty="0" err="1">
                <a:cs typeface="Calibri"/>
              </a:rPr>
              <a:t>vérification</a:t>
            </a:r>
            <a:r>
              <a:rPr lang="en-US" sz="2200" dirty="0">
                <a:cs typeface="Calibri"/>
              </a:rPr>
              <a:t> de la </a:t>
            </a:r>
            <a:r>
              <a:rPr lang="en-US" sz="2200" dirty="0" err="1">
                <a:cs typeface="Calibri"/>
              </a:rPr>
              <a:t>commande</a:t>
            </a:r>
            <a:r>
              <a:rPr lang="en-US" sz="2200" dirty="0">
                <a:cs typeface="Calibri"/>
              </a:rPr>
              <a:t>, qui </a:t>
            </a:r>
            <a:r>
              <a:rPr lang="en-US" sz="2200" dirty="0" err="1">
                <a:cs typeface="Calibri"/>
              </a:rPr>
              <a:t>est</a:t>
            </a:r>
            <a:r>
              <a:rPr lang="en-US" sz="2200" dirty="0">
                <a:cs typeface="Calibri"/>
              </a:rPr>
              <a:t> </a:t>
            </a:r>
            <a:r>
              <a:rPr lang="en-US" sz="2200" dirty="0" err="1">
                <a:cs typeface="Calibri"/>
              </a:rPr>
              <a:t>manuelle</a:t>
            </a:r>
            <a:r>
              <a:rPr lang="en-US" sz="2200" dirty="0">
                <a:cs typeface="Calibri"/>
              </a:rPr>
              <a:t> et non </a:t>
            </a:r>
            <a:r>
              <a:rPr lang="en-US" sz="2200" dirty="0" err="1">
                <a:cs typeface="Calibri"/>
              </a:rPr>
              <a:t>automatique</a:t>
            </a:r>
          </a:p>
        </p:txBody>
      </p:sp>
      <p:pic>
        <p:nvPicPr>
          <p:cNvPr id="6" name="Image 6" descr="Une image contenant diagramme&#10;&#10;Description générée automatiquement">
            <a:extLst>
              <a:ext uri="{FF2B5EF4-FFF2-40B4-BE49-F238E27FC236}">
                <a16:creationId xmlns:a16="http://schemas.microsoft.com/office/drawing/2014/main" id="{7D913B77-2A9C-30BB-AA6F-6E1406C8E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805587"/>
            <a:ext cx="6903720" cy="5246826"/>
          </a:xfrm>
          <a:prstGeom prst="rect">
            <a:avLst/>
          </a:prstGeo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61D234D-A744-0D7C-D652-C5DF3A44A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100" kern="1200">
                <a:latin typeface="+mn-lt"/>
                <a:ea typeface="+mn-ea"/>
                <a:cs typeface="+mn-cs"/>
              </a:rPr>
              <a:t>Date de création : 03/05/2023 Date de mise à jour : 05/05/2023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9D1C27C-E081-7CDC-24F8-935ABF24D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Aft>
                <a:spcPts val="600"/>
              </a:spcAft>
            </a:pPr>
            <a:fld id="{27C6CCC6-2BE5-4E42-96A4-D1E8E81A3D8E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991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3ADDCB1-4A78-2C39-B02D-C6A234386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kern="1200">
                <a:latin typeface="+mj-lt"/>
                <a:ea typeface="+mj-ea"/>
                <a:cs typeface="+mj-cs"/>
              </a:rPr>
              <a:t>Diagramme Use Case</a:t>
            </a:r>
          </a:p>
        </p:txBody>
      </p:sp>
      <p:sp>
        <p:nvSpPr>
          <p:cNvPr id="31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5997FCA6-2ABD-FD79-E7B9-E5D4EE097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2200" dirty="0" err="1">
                <a:cs typeface="Calibri"/>
              </a:rPr>
              <a:t>Ajout</a:t>
            </a:r>
            <a:r>
              <a:rPr lang="en-US" sz="2200" dirty="0">
                <a:cs typeface="Calibri"/>
              </a:rPr>
              <a:t> des includes de "</a:t>
            </a:r>
            <a:r>
              <a:rPr lang="en-US" sz="2200" dirty="0" err="1">
                <a:cs typeface="Calibri"/>
              </a:rPr>
              <a:t>Calcul</a:t>
            </a:r>
            <a:r>
              <a:rPr lang="en-US" sz="2200" dirty="0">
                <a:cs typeface="Calibri"/>
              </a:rPr>
              <a:t>  </a:t>
            </a:r>
            <a:r>
              <a:rPr lang="en-US" sz="2200" dirty="0" err="1">
                <a:cs typeface="Calibri"/>
              </a:rPr>
              <a:t>colisage</a:t>
            </a:r>
            <a:r>
              <a:rPr lang="en-US" sz="2200" dirty="0">
                <a:cs typeface="Calibri"/>
              </a:rPr>
              <a:t>" et "Ligne de </a:t>
            </a:r>
            <a:r>
              <a:rPr lang="en-US" sz="2200" dirty="0" err="1">
                <a:cs typeface="Calibri"/>
              </a:rPr>
              <a:t>commande</a:t>
            </a:r>
            <a:r>
              <a:rPr lang="en-US" sz="2200" dirty="0">
                <a:cs typeface="Calibri"/>
              </a:rPr>
              <a:t>"</a:t>
            </a:r>
            <a:endParaRPr lang="en-US" sz="2200" dirty="0"/>
          </a:p>
        </p:txBody>
      </p:sp>
      <p:pic>
        <p:nvPicPr>
          <p:cNvPr id="6" name="Image 6" descr="Une image contenant diagramme&#10;&#10;Description générée automatiquement">
            <a:extLst>
              <a:ext uri="{FF2B5EF4-FFF2-40B4-BE49-F238E27FC236}">
                <a16:creationId xmlns:a16="http://schemas.microsoft.com/office/drawing/2014/main" id="{F2029762-92DF-584C-C5B0-884BD44FC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007" y="640080"/>
            <a:ext cx="4347049" cy="5577840"/>
          </a:xfrm>
          <a:prstGeom prst="rect">
            <a:avLst/>
          </a:prstGeo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866A9FE-8D96-6D6E-D94F-E79EC1BC3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100" kern="1200">
                <a:latin typeface="+mn-lt"/>
                <a:ea typeface="+mn-ea"/>
                <a:cs typeface="+mn-cs"/>
              </a:rPr>
              <a:t>Date de création : 03/05/2023 Date de mise à jour : 05/05/2023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F43A519-CA4E-100A-AE9D-D58C1022F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Aft>
                <a:spcPts val="600"/>
              </a:spcAft>
            </a:pPr>
            <a:fld id="{27C6CCC6-2BE5-4E42-96A4-D1E8E81A3D8E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572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1D43B09-8F0B-A993-0110-51F1079E4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fr-FR" sz="5000">
                <a:cs typeface="Calibri Light"/>
              </a:rPr>
              <a:t>Diagramme de Classe</a:t>
            </a:r>
            <a:endParaRPr lang="fr-FR" sz="5000"/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239C44B-9185-E967-C773-5F9D7C0020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endParaRPr lang="en-US" sz="2200" dirty="0">
              <a:cs typeface="Calibri"/>
            </a:endParaRPr>
          </a:p>
        </p:txBody>
      </p:sp>
      <p:pic>
        <p:nvPicPr>
          <p:cNvPr id="6" name="Image 6" descr="Une image contenant diagramme&#10;&#10;Description générée automatiquement">
            <a:extLst>
              <a:ext uri="{FF2B5EF4-FFF2-40B4-BE49-F238E27FC236}">
                <a16:creationId xmlns:a16="http://schemas.microsoft.com/office/drawing/2014/main" id="{6B522D4A-26B1-AA07-B8EF-8310FBB5A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143058"/>
            <a:ext cx="5458968" cy="4571884"/>
          </a:xfrm>
          <a:prstGeom prst="rect">
            <a:avLst/>
          </a:prstGeo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6B2AC29-E076-AF04-BBD6-EF76BB45A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fr-FR" sz="1100"/>
              <a:t>Date de création : 03/05/2023 Date de mise à jour : 05/05/2023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499B136-6916-270E-7DD6-93DA2F7A3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7C6CCC6-2BE5-4E42-96A4-D1E8E81A3D8E}" type="slidenum">
              <a:rPr lang="fr-FR" smtClean="0"/>
              <a:pPr>
                <a:spcAft>
                  <a:spcPts val="600"/>
                </a:spcAft>
              </a:pPr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302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22158B-40EA-4C9F-7400-76AE6B1C2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cs typeface="Calibri Light"/>
              </a:rPr>
              <a:t>L'application</a:t>
            </a:r>
            <a:endParaRPr lang="fr-FR" dirty="0"/>
          </a:p>
        </p:txBody>
      </p:sp>
      <p:pic>
        <p:nvPicPr>
          <p:cNvPr id="6" name="Image 6">
            <a:extLst>
              <a:ext uri="{FF2B5EF4-FFF2-40B4-BE49-F238E27FC236}">
                <a16:creationId xmlns:a16="http://schemas.microsoft.com/office/drawing/2014/main" id="{10AE8343-CD40-F9BF-67CF-4B7253BB8D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141" t="4574" r="6512" b="4574"/>
          <a:stretch/>
        </p:blipFill>
        <p:spPr>
          <a:xfrm>
            <a:off x="2415498" y="2024706"/>
            <a:ext cx="7025065" cy="3953270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D97E651-B0C5-4D1E-9B08-92F9DCFC7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Date de création : 03/05/2023 Date de mise à jour : 05/05/2023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63C2563-5324-75ED-4A7D-07A028C3F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84193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13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966CF71-213C-8920-25F5-0F0E821CB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57200"/>
            <a:ext cx="4343400" cy="1929384"/>
          </a:xfrm>
        </p:spPr>
        <p:txBody>
          <a:bodyPr anchor="ctr">
            <a:normAutofit/>
          </a:bodyPr>
          <a:lstStyle/>
          <a:p>
            <a:r>
              <a:rPr lang="fr-FR" sz="4800">
                <a:cs typeface="Calibri Light"/>
              </a:rPr>
              <a:t>Proposition maquette</a:t>
            </a:r>
            <a:endParaRPr lang="fr-FR" sz="4800"/>
          </a:p>
        </p:txBody>
      </p:sp>
      <p:sp>
        <p:nvSpPr>
          <p:cNvPr id="16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D82FA23-9ACF-F55B-25C8-1AA8A9A203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1263" y="457200"/>
            <a:ext cx="6007608" cy="1929384"/>
          </a:xfrm>
        </p:spPr>
        <p:txBody>
          <a:bodyPr anchor="ctr">
            <a:normAutofit/>
          </a:bodyPr>
          <a:lstStyle/>
          <a:p>
            <a:endParaRPr lang="en-US" sz="2200"/>
          </a:p>
        </p:txBody>
      </p:sp>
      <p:pic>
        <p:nvPicPr>
          <p:cNvPr id="7" name="Image 7">
            <a:extLst>
              <a:ext uri="{FF2B5EF4-FFF2-40B4-BE49-F238E27FC236}">
                <a16:creationId xmlns:a16="http://schemas.microsoft.com/office/drawing/2014/main" id="{B85FAA0E-AF10-B26B-2952-4533E7A92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462" y="2706761"/>
            <a:ext cx="4954795" cy="3678936"/>
          </a:xfrm>
          <a:prstGeom prst="rect">
            <a:avLst/>
          </a:prstGeom>
        </p:spPr>
      </p:pic>
      <p:pic>
        <p:nvPicPr>
          <p:cNvPr id="6" name="Image 6">
            <a:extLst>
              <a:ext uri="{FF2B5EF4-FFF2-40B4-BE49-F238E27FC236}">
                <a16:creationId xmlns:a16="http://schemas.microsoft.com/office/drawing/2014/main" id="{538E5DFB-3C1C-562C-F794-F655F7461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820" y="2706761"/>
            <a:ext cx="5370707" cy="3678936"/>
          </a:xfrm>
          <a:prstGeom prst="rect">
            <a:avLst/>
          </a:prstGeo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AF09E10-1165-5C5C-447D-BA8A24F7D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fr-FR" sz="1100"/>
              <a:t>Date de création : 03/05/2023 Date de mise à jour : 05/05/2023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A7A99F4-C12D-065C-23A4-EC52B51C1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7C6CCC6-2BE5-4E42-96A4-D1E8E81A3D8E}" type="slidenum">
              <a:rPr lang="fr-FR" dirty="0" smtClean="0"/>
              <a:pPr>
                <a:spcAft>
                  <a:spcPts val="600"/>
                </a:spcAft>
              </a:pPr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1343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63FF555-68F9-33F1-1722-DCF59B526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fr-FR" sz="5400">
                <a:cs typeface="Calibri Light"/>
              </a:rPr>
              <a:t>Proposition Data</a:t>
            </a:r>
            <a:endParaRPr lang="fr-FR" sz="540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85FC15-2909-221D-9F2F-1FB26FDDB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z="2200" dirty="0">
                <a:cs typeface="Calibri"/>
              </a:rPr>
              <a:t>Base de Donnée SQL hébergé (local ou cloud selon client)</a:t>
            </a:r>
          </a:p>
          <a:p>
            <a:r>
              <a:rPr lang="fr-FR" sz="2200" dirty="0">
                <a:cs typeface="Calibri"/>
              </a:rPr>
              <a:t>Convention de nommage</a:t>
            </a:r>
            <a:endParaRPr lang="fr-FR" sz="2200" dirty="0"/>
          </a:p>
          <a:p>
            <a:r>
              <a:rPr lang="fr-FR" sz="2200" dirty="0">
                <a:cs typeface="Calibri"/>
              </a:rPr>
              <a:t>Documentation claire</a:t>
            </a:r>
          </a:p>
          <a:p>
            <a:r>
              <a:rPr lang="fr-FR" sz="2200" dirty="0">
                <a:cs typeface="Calibri"/>
              </a:rPr>
              <a:t>Corriger redondance de donnée</a:t>
            </a:r>
          </a:p>
          <a:p>
            <a:r>
              <a:rPr lang="fr-FR" sz="2200" dirty="0">
                <a:cs typeface="Calibri"/>
              </a:rPr>
              <a:t>Rajouter un table </a:t>
            </a:r>
            <a:r>
              <a:rPr lang="fr-FR" sz="2200" dirty="0" err="1">
                <a:cs typeface="Calibri"/>
              </a:rPr>
              <a:t>role</a:t>
            </a:r>
          </a:p>
          <a:p>
            <a:endParaRPr lang="fr-FR" sz="2200">
              <a:cs typeface="Calibri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6A4F06B-2A63-A09E-0153-49D4B5556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fr-FR" sz="1100"/>
              <a:t>Date de création : 03/05/2023 Date de mise à jour : 05/05/2023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476217D-AB07-0973-F7BE-A46D34B67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7C6CCC6-2BE5-4E42-96A4-D1E8E81A3D8E}" type="slidenum">
              <a:rPr lang="fr-FR" smtClean="0"/>
              <a:pPr>
                <a:spcAft>
                  <a:spcPts val="600"/>
                </a:spcAft>
              </a:pPr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7824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01D6BA-7A0E-136F-53FE-CB9BC9BB4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fr-FR" sz="5400">
                <a:cs typeface="Calibri Light"/>
              </a:rPr>
              <a:t>Proposition Application</a:t>
            </a:r>
            <a:endParaRPr lang="fr-FR" sz="540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7330801-B8DE-CF6A-96B2-A57188B25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fr-FR" sz="2200">
                <a:cs typeface="Calibri"/>
              </a:rPr>
              <a:t>Site web unique</a:t>
            </a:r>
          </a:p>
          <a:p>
            <a:pPr lvl="1"/>
            <a:r>
              <a:rPr lang="fr-FR" sz="2200">
                <a:cs typeface="Calibri"/>
              </a:rPr>
              <a:t>Facilité de maintenance</a:t>
            </a:r>
          </a:p>
          <a:p>
            <a:pPr lvl="1"/>
            <a:r>
              <a:rPr lang="fr-FR" sz="2200">
                <a:cs typeface="Calibri"/>
              </a:rPr>
              <a:t>Facilité d'utilisation (nouvel employé / nouveau poste)</a:t>
            </a:r>
          </a:p>
          <a:p>
            <a:pPr lvl="1"/>
            <a:r>
              <a:rPr lang="fr-FR" sz="2200">
                <a:cs typeface="Calibri"/>
              </a:rPr>
              <a:t>Gestions des rôles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C620CB2-529D-CBA9-0B77-115D254E0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fr-FR" sz="1100"/>
              <a:t>Date de création : 03/05/2023 Date de mise à jour : 05/05/2023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F897C2A-0B49-F1F6-CA8D-68B6BE57B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7C6CCC6-2BE5-4E42-96A4-D1E8E81A3D8E}" type="slidenum">
              <a:rPr lang="fr-FR" smtClean="0"/>
              <a:pPr>
                <a:spcAft>
                  <a:spcPts val="600"/>
                </a:spcAft>
              </a:pPr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3710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D9DC9E7-236E-9B34-87A2-E2DB950A5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fr-FR" sz="5400">
                <a:cs typeface="Calibri Light"/>
              </a:rPr>
              <a:t>Décomposition de l'application </a:t>
            </a:r>
            <a:endParaRPr lang="fr-FR" sz="540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ABA08A-6C61-7EDC-B4AB-197A90796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fr-FR" sz="2200">
                <a:cs typeface="Calibri"/>
              </a:rPr>
              <a:t>Différentes listes référentielles</a:t>
            </a:r>
          </a:p>
          <a:p>
            <a:r>
              <a:rPr lang="fr-FR" sz="2200">
                <a:cs typeface="Calibri"/>
              </a:rPr>
              <a:t>Nouveau client / modifications client existant</a:t>
            </a:r>
          </a:p>
          <a:p>
            <a:r>
              <a:rPr lang="fr-FR" sz="2200">
                <a:cs typeface="Calibri"/>
              </a:rPr>
              <a:t>Gestions des rôles</a:t>
            </a:r>
          </a:p>
          <a:p>
            <a:r>
              <a:rPr lang="fr-FR" sz="2200">
                <a:cs typeface="Calibri"/>
              </a:rPr>
              <a:t>Nouveau Colis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241427E-B3B1-4B74-0D2A-9ACE3F583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fr-FR" sz="1100"/>
              <a:t>Date de création : 03/05/2023 Date de mise à jour : 05/05/2023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8C79C64-9DA1-BE30-1CC2-2ECDE29D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7C6CCC6-2BE5-4E42-96A4-D1E8E81A3D8E}" type="slidenum">
              <a:rPr lang="fr-FR" smtClean="0"/>
              <a:pPr>
                <a:spcAft>
                  <a:spcPts val="600"/>
                </a:spcAft>
              </a:pPr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48662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8E54F9-849C-4865-8C5E-FD967B81D7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91AE6B3-1D2D-4C67-A4DB-888635B527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054983"/>
          </a:xfrm>
          <a:custGeom>
            <a:avLst/>
            <a:gdLst>
              <a:gd name="connsiteX0" fmla="*/ 6788003 w 12188952"/>
              <a:gd name="connsiteY0" fmla="*/ 5986774 h 6054983"/>
              <a:gd name="connsiteX1" fmla="*/ 6787005 w 12188952"/>
              <a:gd name="connsiteY1" fmla="*/ 5986852 h 6054983"/>
              <a:gd name="connsiteX2" fmla="*/ 6786779 w 12188952"/>
              <a:gd name="connsiteY2" fmla="*/ 5987386 h 6054983"/>
              <a:gd name="connsiteX3" fmla="*/ 0 w 12188952"/>
              <a:gd name="connsiteY3" fmla="*/ 0 h 6054983"/>
              <a:gd name="connsiteX4" fmla="*/ 12188952 w 12188952"/>
              <a:gd name="connsiteY4" fmla="*/ 0 h 6054983"/>
              <a:gd name="connsiteX5" fmla="*/ 12188952 w 12188952"/>
              <a:gd name="connsiteY5" fmla="*/ 5092539 h 6054983"/>
              <a:gd name="connsiteX6" fmla="*/ 12058081 w 12188952"/>
              <a:gd name="connsiteY6" fmla="*/ 5131579 h 6054983"/>
              <a:gd name="connsiteX7" fmla="*/ 11673881 w 12188952"/>
              <a:gd name="connsiteY7" fmla="*/ 5235154 h 6054983"/>
              <a:gd name="connsiteX8" fmla="*/ 10422749 w 12188952"/>
              <a:gd name="connsiteY8" fmla="*/ 5518693 h 6054983"/>
              <a:gd name="connsiteX9" fmla="*/ 9421666 w 12188952"/>
              <a:gd name="connsiteY9" fmla="*/ 5693855 h 6054983"/>
              <a:gd name="connsiteX10" fmla="*/ 8456304 w 12188952"/>
              <a:gd name="connsiteY10" fmla="*/ 5827556 h 6054983"/>
              <a:gd name="connsiteX11" fmla="*/ 7714041 w 12188952"/>
              <a:gd name="connsiteY11" fmla="*/ 5907503 h 6054983"/>
              <a:gd name="connsiteX12" fmla="*/ 6949978 w 12188952"/>
              <a:gd name="connsiteY12" fmla="*/ 5973283 h 6054983"/>
              <a:gd name="connsiteX13" fmla="*/ 6934569 w 12188952"/>
              <a:gd name="connsiteY13" fmla="*/ 5975354 h 6054983"/>
              <a:gd name="connsiteX14" fmla="*/ 6788750 w 12188952"/>
              <a:gd name="connsiteY14" fmla="*/ 5986715 h 6054983"/>
              <a:gd name="connsiteX15" fmla="*/ 6798241 w 12188952"/>
              <a:gd name="connsiteY15" fmla="*/ 5988535 h 6054983"/>
              <a:gd name="connsiteX16" fmla="*/ 6833723 w 12188952"/>
              <a:gd name="connsiteY16" fmla="*/ 5986828 h 6054983"/>
              <a:gd name="connsiteX17" fmla="*/ 6882282 w 12188952"/>
              <a:gd name="connsiteY17" fmla="*/ 5983850 h 6054983"/>
              <a:gd name="connsiteX18" fmla="*/ 7576876 w 12188952"/>
              <a:gd name="connsiteY18" fmla="*/ 5951323 h 6054983"/>
              <a:gd name="connsiteX19" fmla="*/ 8621689 w 12188952"/>
              <a:gd name="connsiteY19" fmla="*/ 5864426 h 6054983"/>
              <a:gd name="connsiteX20" fmla="*/ 9477600 w 12188952"/>
              <a:gd name="connsiteY20" fmla="*/ 5760520 h 6054983"/>
              <a:gd name="connsiteX21" fmla="*/ 10626651 w 12188952"/>
              <a:gd name="connsiteY21" fmla="*/ 5566363 h 6054983"/>
              <a:gd name="connsiteX22" fmla="*/ 11995498 w 12188952"/>
              <a:gd name="connsiteY22" fmla="*/ 5240369 h 6054983"/>
              <a:gd name="connsiteX23" fmla="*/ 12188952 w 12188952"/>
              <a:gd name="connsiteY23" fmla="*/ 5183370 h 6054983"/>
              <a:gd name="connsiteX24" fmla="*/ 12188952 w 12188952"/>
              <a:gd name="connsiteY24" fmla="*/ 5238107 h 6054983"/>
              <a:gd name="connsiteX25" fmla="*/ 11826300 w 12188952"/>
              <a:gd name="connsiteY25" fmla="*/ 5343406 h 6054983"/>
              <a:gd name="connsiteX26" fmla="*/ 10936448 w 12188952"/>
              <a:gd name="connsiteY26" fmla="*/ 5557921 h 6054983"/>
              <a:gd name="connsiteX27" fmla="*/ 9983034 w 12188952"/>
              <a:gd name="connsiteY27" fmla="*/ 5737926 h 6054983"/>
              <a:gd name="connsiteX28" fmla="*/ 9184585 w 12188952"/>
              <a:gd name="connsiteY28" fmla="*/ 5853873 h 6054983"/>
              <a:gd name="connsiteX29" fmla="*/ 8576053 w 12188952"/>
              <a:gd name="connsiteY29" fmla="*/ 5923392 h 6054983"/>
              <a:gd name="connsiteX30" fmla="*/ 7862392 w 12188952"/>
              <a:gd name="connsiteY30" fmla="*/ 5984843 h 6054983"/>
              <a:gd name="connsiteX31" fmla="*/ 6933768 w 12188952"/>
              <a:gd name="connsiteY31" fmla="*/ 6036237 h 6054983"/>
              <a:gd name="connsiteX32" fmla="*/ 6476130 w 12188952"/>
              <a:gd name="connsiteY32" fmla="*/ 6050140 h 6054983"/>
              <a:gd name="connsiteX33" fmla="*/ 6360703 w 12188952"/>
              <a:gd name="connsiteY33" fmla="*/ 6054983 h 6054983"/>
              <a:gd name="connsiteX34" fmla="*/ 6055614 w 12188952"/>
              <a:gd name="connsiteY34" fmla="*/ 6054983 h 6054983"/>
              <a:gd name="connsiteX35" fmla="*/ 5976289 w 12188952"/>
              <a:gd name="connsiteY35" fmla="*/ 6050389 h 6054983"/>
              <a:gd name="connsiteX36" fmla="*/ 5263770 w 12188952"/>
              <a:gd name="connsiteY36" fmla="*/ 6014140 h 6054983"/>
              <a:gd name="connsiteX37" fmla="*/ 4345190 w 12188952"/>
              <a:gd name="connsiteY37" fmla="*/ 5952070 h 6054983"/>
              <a:gd name="connsiteX38" fmla="*/ 3372201 w 12188952"/>
              <a:gd name="connsiteY38" fmla="*/ 5853501 h 6054983"/>
              <a:gd name="connsiteX39" fmla="*/ 2361582 w 12188952"/>
              <a:gd name="connsiteY39" fmla="*/ 5734574 h 6054983"/>
              <a:gd name="connsiteX40" fmla="*/ 1232869 w 12188952"/>
              <a:gd name="connsiteY40" fmla="*/ 5561398 h 6054983"/>
              <a:gd name="connsiteX41" fmla="*/ 68483 w 12188952"/>
              <a:gd name="connsiteY41" fmla="*/ 5321691 h 6054983"/>
              <a:gd name="connsiteX42" fmla="*/ 0 w 12188952"/>
              <a:gd name="connsiteY42" fmla="*/ 5304336 h 6054983"/>
              <a:gd name="connsiteX43" fmla="*/ 0 w 12188952"/>
              <a:gd name="connsiteY43" fmla="*/ 5247847 h 6054983"/>
              <a:gd name="connsiteX44" fmla="*/ 72423 w 12188952"/>
              <a:gd name="connsiteY44" fmla="*/ 5266624 h 6054983"/>
              <a:gd name="connsiteX45" fmla="*/ 600566 w 12188952"/>
              <a:gd name="connsiteY45" fmla="*/ 5384994 h 6054983"/>
              <a:gd name="connsiteX46" fmla="*/ 1769069 w 12188952"/>
              <a:gd name="connsiteY46" fmla="*/ 5595162 h 6054983"/>
              <a:gd name="connsiteX47" fmla="*/ 2612900 w 12188952"/>
              <a:gd name="connsiteY47" fmla="*/ 5712104 h 6054983"/>
              <a:gd name="connsiteX48" fmla="*/ 2580488 w 12188952"/>
              <a:gd name="connsiteY48" fmla="*/ 5702173 h 6054983"/>
              <a:gd name="connsiteX49" fmla="*/ 1112357 w 12188952"/>
              <a:gd name="connsiteY49" fmla="*/ 5369476 h 6054983"/>
              <a:gd name="connsiteX50" fmla="*/ 420307 w 12188952"/>
              <a:gd name="connsiteY50" fmla="*/ 5170043 h 6054983"/>
              <a:gd name="connsiteX51" fmla="*/ 0 w 12188952"/>
              <a:gd name="connsiteY51" fmla="*/ 5031126 h 60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88952" h="6054983">
                <a:moveTo>
                  <a:pt x="6788003" y="5986774"/>
                </a:moveTo>
                <a:lnTo>
                  <a:pt x="6787005" y="5986852"/>
                </a:lnTo>
                <a:lnTo>
                  <a:pt x="6786779" y="5987386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5092539"/>
                </a:lnTo>
                <a:lnTo>
                  <a:pt x="12058081" y="5131579"/>
                </a:lnTo>
                <a:cubicBezTo>
                  <a:pt x="11930517" y="5167793"/>
                  <a:pt x="11802439" y="5202322"/>
                  <a:pt x="11673881" y="5235154"/>
                </a:cubicBezTo>
                <a:cubicBezTo>
                  <a:pt x="11259973" y="5342661"/>
                  <a:pt x="10842632" y="5436263"/>
                  <a:pt x="10422749" y="5518693"/>
                </a:cubicBezTo>
                <a:cubicBezTo>
                  <a:pt x="10090287" y="5583904"/>
                  <a:pt x="9756593" y="5642301"/>
                  <a:pt x="9421666" y="5693855"/>
                </a:cubicBezTo>
                <a:cubicBezTo>
                  <a:pt x="9100721" y="5743512"/>
                  <a:pt x="8778938" y="5788079"/>
                  <a:pt x="8456304" y="5827556"/>
                </a:cubicBezTo>
                <a:cubicBezTo>
                  <a:pt x="8209307" y="5857722"/>
                  <a:pt x="7961801" y="5883295"/>
                  <a:pt x="7714041" y="5907503"/>
                </a:cubicBezTo>
                <a:lnTo>
                  <a:pt x="6949978" y="5973283"/>
                </a:lnTo>
                <a:lnTo>
                  <a:pt x="6934569" y="5975354"/>
                </a:lnTo>
                <a:lnTo>
                  <a:pt x="6788750" y="5986715"/>
                </a:lnTo>
                <a:lnTo>
                  <a:pt x="6798241" y="5988535"/>
                </a:lnTo>
                <a:cubicBezTo>
                  <a:pt x="6809920" y="5989001"/>
                  <a:pt x="6822028" y="5986828"/>
                  <a:pt x="6833723" y="5986828"/>
                </a:cubicBezTo>
                <a:cubicBezTo>
                  <a:pt x="6849867" y="5986828"/>
                  <a:pt x="6866012" y="5984221"/>
                  <a:pt x="6882282" y="5983850"/>
                </a:cubicBezTo>
                <a:cubicBezTo>
                  <a:pt x="7114026" y="5978388"/>
                  <a:pt x="7345514" y="5966221"/>
                  <a:pt x="7576876" y="5951323"/>
                </a:cubicBezTo>
                <a:cubicBezTo>
                  <a:pt x="7925570" y="5928855"/>
                  <a:pt x="8274011" y="5900676"/>
                  <a:pt x="8621689" y="5864426"/>
                </a:cubicBezTo>
                <a:cubicBezTo>
                  <a:pt x="8907712" y="5835128"/>
                  <a:pt x="9193011" y="5800493"/>
                  <a:pt x="9477600" y="5760520"/>
                </a:cubicBezTo>
                <a:cubicBezTo>
                  <a:pt x="9862435" y="5706146"/>
                  <a:pt x="10245452" y="5641432"/>
                  <a:pt x="10626651" y="5566363"/>
                </a:cubicBezTo>
                <a:cubicBezTo>
                  <a:pt x="11087341" y="5475243"/>
                  <a:pt x="11544088" y="5367737"/>
                  <a:pt x="11995498" y="5240369"/>
                </a:cubicBezTo>
                <a:lnTo>
                  <a:pt x="12188952" y="5183370"/>
                </a:lnTo>
                <a:lnTo>
                  <a:pt x="12188952" y="5238107"/>
                </a:lnTo>
                <a:lnTo>
                  <a:pt x="11826300" y="5343406"/>
                </a:lnTo>
                <a:cubicBezTo>
                  <a:pt x="11531885" y="5423103"/>
                  <a:pt x="11235310" y="5493989"/>
                  <a:pt x="10936448" y="5557921"/>
                </a:cubicBezTo>
                <a:cubicBezTo>
                  <a:pt x="10620168" y="5625703"/>
                  <a:pt x="10302365" y="5685700"/>
                  <a:pt x="9983034" y="5737926"/>
                </a:cubicBezTo>
                <a:cubicBezTo>
                  <a:pt x="9717606" y="5781375"/>
                  <a:pt x="9451451" y="5820020"/>
                  <a:pt x="9184585" y="5853873"/>
                </a:cubicBezTo>
                <a:cubicBezTo>
                  <a:pt x="8981951" y="5879447"/>
                  <a:pt x="8779319" y="5903530"/>
                  <a:pt x="8576053" y="5923392"/>
                </a:cubicBezTo>
                <a:cubicBezTo>
                  <a:pt x="8338462" y="5946112"/>
                  <a:pt x="8100618" y="5967587"/>
                  <a:pt x="7862392" y="5984843"/>
                </a:cubicBezTo>
                <a:cubicBezTo>
                  <a:pt x="7553105" y="6007187"/>
                  <a:pt x="7243690" y="6025065"/>
                  <a:pt x="6933768" y="6036237"/>
                </a:cubicBezTo>
                <a:cubicBezTo>
                  <a:pt x="6781221" y="6041700"/>
                  <a:pt x="6628676" y="6045548"/>
                  <a:pt x="6476130" y="6050140"/>
                </a:cubicBezTo>
                <a:cubicBezTo>
                  <a:pt x="6437585" y="6048056"/>
                  <a:pt x="6398929" y="6049681"/>
                  <a:pt x="6360703" y="6054983"/>
                </a:cubicBezTo>
                <a:lnTo>
                  <a:pt x="6055614" y="6054983"/>
                </a:lnTo>
                <a:lnTo>
                  <a:pt x="5976289" y="6050389"/>
                </a:lnTo>
                <a:cubicBezTo>
                  <a:pt x="5738826" y="6037976"/>
                  <a:pt x="5501363" y="6024197"/>
                  <a:pt x="5263770" y="6014140"/>
                </a:cubicBezTo>
                <a:cubicBezTo>
                  <a:pt x="4957027" y="6001724"/>
                  <a:pt x="4650663" y="5981244"/>
                  <a:pt x="4345190" y="5952070"/>
                </a:cubicBezTo>
                <a:cubicBezTo>
                  <a:pt x="4020648" y="5921158"/>
                  <a:pt x="3696870" y="5886523"/>
                  <a:pt x="3372201" y="5853501"/>
                </a:cubicBezTo>
                <a:cubicBezTo>
                  <a:pt x="3034653" y="5819239"/>
                  <a:pt x="2697781" y="5779600"/>
                  <a:pt x="2361582" y="5734574"/>
                </a:cubicBezTo>
                <a:cubicBezTo>
                  <a:pt x="1984196" y="5684421"/>
                  <a:pt x="1607962" y="5626695"/>
                  <a:pt x="1232869" y="5561398"/>
                </a:cubicBezTo>
                <a:cubicBezTo>
                  <a:pt x="841970" y="5492685"/>
                  <a:pt x="453644" y="5414197"/>
                  <a:pt x="68483" y="5321691"/>
                </a:cubicBezTo>
                <a:lnTo>
                  <a:pt x="0" y="5304336"/>
                </a:lnTo>
                <a:lnTo>
                  <a:pt x="0" y="5247847"/>
                </a:lnTo>
                <a:lnTo>
                  <a:pt x="72423" y="5266624"/>
                </a:lnTo>
                <a:cubicBezTo>
                  <a:pt x="247899" y="5308802"/>
                  <a:pt x="424058" y="5348062"/>
                  <a:pt x="600566" y="5384994"/>
                </a:cubicBezTo>
                <a:cubicBezTo>
                  <a:pt x="988032" y="5465808"/>
                  <a:pt x="1377788" y="5534706"/>
                  <a:pt x="1769069" y="5595162"/>
                </a:cubicBezTo>
                <a:cubicBezTo>
                  <a:pt x="2051913" y="5638738"/>
                  <a:pt x="2335141" y="5678835"/>
                  <a:pt x="2612900" y="5712104"/>
                </a:cubicBezTo>
                <a:cubicBezTo>
                  <a:pt x="2604892" y="5714711"/>
                  <a:pt x="2593962" y="5704655"/>
                  <a:pt x="2580488" y="5702173"/>
                </a:cubicBezTo>
                <a:cubicBezTo>
                  <a:pt x="2086656" y="5610221"/>
                  <a:pt x="1597284" y="5499328"/>
                  <a:pt x="1112357" y="5369476"/>
                </a:cubicBezTo>
                <a:cubicBezTo>
                  <a:pt x="880233" y="5307405"/>
                  <a:pt x="649550" y="5240927"/>
                  <a:pt x="420307" y="5170043"/>
                </a:cubicBezTo>
                <a:lnTo>
                  <a:pt x="0" y="503112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C6A827E-4179-8E06-988B-61A9A2FB9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929452"/>
            <a:ext cx="9144000" cy="25267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Merci de m'avoir écouté !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6D080EC2-42B5-4E04-BBF7-F0BC5CB7C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3566566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E553316-0B23-ECCE-745B-481819A1E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Date de création : 03/05/2023 Date de mise à jour : 05/05/2023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7F9AF63-D0F5-D3BA-2B59-68C237D95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7C6CCC6-2BE5-4E42-96A4-D1E8E81A3D8E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14240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14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5" baseType="lpstr">
      <vt:lpstr>Thème Office</vt:lpstr>
      <vt:lpstr>DUCOURNAU Clémentine</vt:lpstr>
      <vt:lpstr>Table des matières</vt:lpstr>
      <vt:lpstr>Présentation des acteurs</vt:lpstr>
      <vt:lpstr>Système actuelle</vt:lpstr>
      <vt:lpstr>Diagramme de séquence</vt:lpstr>
      <vt:lpstr>Diagramme d'activité</vt:lpstr>
      <vt:lpstr>Diagramme Use Case</vt:lpstr>
      <vt:lpstr>Diagramme de Classe</vt:lpstr>
      <vt:lpstr>L'application</vt:lpstr>
      <vt:lpstr>Proposition maquette</vt:lpstr>
      <vt:lpstr>Proposition Data</vt:lpstr>
      <vt:lpstr>Proposition Application</vt:lpstr>
      <vt:lpstr>Décomposition de l'application </vt:lpstr>
      <vt:lpstr>Merci de m'avoir écouté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/>
  <cp:lastModifiedBy/>
  <cp:revision>251</cp:revision>
  <dcterms:created xsi:type="dcterms:W3CDTF">2023-05-04T08:37:44Z</dcterms:created>
  <dcterms:modified xsi:type="dcterms:W3CDTF">2023-05-05T12:51:58Z</dcterms:modified>
</cp:coreProperties>
</file>